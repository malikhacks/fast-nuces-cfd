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21.jpg" ContentType="image/jp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86" r:id="rId3"/>
    <p:sldId id="301" r:id="rId4"/>
    <p:sldId id="265" r:id="rId5"/>
    <p:sldId id="266" r:id="rId6"/>
    <p:sldId id="267" r:id="rId7"/>
    <p:sldId id="268" r:id="rId8"/>
    <p:sldId id="276" r:id="rId9"/>
    <p:sldId id="297" r:id="rId10"/>
    <p:sldId id="298" r:id="rId11"/>
    <p:sldId id="299" r:id="rId12"/>
    <p:sldId id="292" r:id="rId13"/>
    <p:sldId id="302" r:id="rId14"/>
    <p:sldId id="303" r:id="rId15"/>
    <p:sldId id="304" r:id="rId16"/>
    <p:sldId id="269" r:id="rId17"/>
    <p:sldId id="270" r:id="rId18"/>
    <p:sldId id="271" r:id="rId19"/>
    <p:sldId id="272" r:id="rId20"/>
    <p:sldId id="293" r:id="rId21"/>
    <p:sldId id="294" r:id="rId22"/>
    <p:sldId id="295" r:id="rId23"/>
    <p:sldId id="314" r:id="rId24"/>
    <p:sldId id="282" r:id="rId25"/>
    <p:sldId id="315" r:id="rId26"/>
    <p:sldId id="312" r:id="rId27"/>
    <p:sldId id="313" r:id="rId28"/>
    <p:sldId id="316" r:id="rId29"/>
    <p:sldId id="317" r:id="rId30"/>
    <p:sldId id="597" r:id="rId31"/>
    <p:sldId id="59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44" autoAdjust="0"/>
    <p:restoredTop sz="92997" autoAdjust="0"/>
  </p:normalViewPr>
  <p:slideViewPr>
    <p:cSldViewPr snapToGrid="0">
      <p:cViewPr varScale="1">
        <p:scale>
          <a:sx n="64" d="100"/>
          <a:sy n="64" d="100"/>
        </p:scale>
        <p:origin x="8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6383" units="in"/>
          <inkml:channel name="Y" type="integer" max="16383" units="in"/>
          <inkml:channel name="F" type="integer" max="1023" units="in"/>
        </inkml:traceFormat>
        <inkml:channelProperties>
          <inkml:channelProperty channel="X" name="resolution" value="999.99994" units="1/in"/>
          <inkml:channelProperty channel="Y" name="resolution" value="999.99994" units="1/in"/>
          <inkml:channelProperty channel="F" name="resolution" value="1000" units="1/in"/>
        </inkml:channelProperties>
      </inkml:inkSource>
      <inkml:timestamp xml:id="ts0" timeString="2012-10-09T05:23:11.63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 15 16,'-7'-7'3,"1"-1"-1</inkml:trace>
</inkml:ink>
</file>

<file path=ppt/ink/ink2.xml><?xml version="1.0" encoding="utf-8"?>
<inkml:ink xmlns:inkml="http://www.w3.org/2003/InkML">
  <inkml:definitions>
    <inkml:context xml:id="ctx0">
      <inkml:inkSource xml:id="inkSrc0">
        <inkml:traceFormat>
          <inkml:channel name="X" type="integer" max="16383" units="in"/>
          <inkml:channel name="Y" type="integer" max="16383" units="in"/>
          <inkml:channel name="F" type="integer" max="1023" units="in"/>
        </inkml:traceFormat>
        <inkml:channelProperties>
          <inkml:channelProperty channel="X" name="resolution" value="999.99994" units="1/in"/>
          <inkml:channelProperty channel="Y" name="resolution" value="999.99994" units="1/in"/>
          <inkml:channelProperty channel="F" name="resolution" value="1000" units="1/in"/>
        </inkml:channelProperties>
      </inkml:inkSource>
      <inkml:timestamp xml:id="ts0" timeString="2012-10-09T05:25:41.61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0 636 23,'0'0'4,"0"0"-1,0 0-1,0 0-1,0 0 0</inkml:trace>
  <inkml:trace contextRef="#ctx0" brushRef="#br0" timeOffset="2480">1965 1 22,'0'0'4,"0"0"-1,0 0-1,0-1 0,0 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CA0E2A-146B-4C58-9FF0-0E6069337495}" type="datetimeFigureOut">
              <a:rPr lang="en-US" smtClean="0"/>
              <a:t>11/11/2024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6C94C-CBC9-47AE-BA9A-2795C36FDB10}" type="slidenum">
              <a:rPr lang="en-US" smtClean="0"/>
              <a:t>‹#›</a:t>
            </a:fld>
            <a:endParaRPr lang="en-US"/>
          </a:p>
        </p:txBody>
      </p:sp>
    </p:spTree>
    <p:extLst>
      <p:ext uri="{BB962C8B-B14F-4D97-AF65-F5344CB8AC3E}">
        <p14:creationId xmlns:p14="http://schemas.microsoft.com/office/powerpoint/2010/main" val="145980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02F6C94C-CBC9-47AE-BA9A-2795C36FDB10}" type="slidenum">
              <a:rPr lang="en-US" smtClean="0"/>
              <a:t>1</a:t>
            </a:fld>
            <a:endParaRPr lang="en-US"/>
          </a:p>
        </p:txBody>
      </p:sp>
    </p:spTree>
    <p:extLst>
      <p:ext uri="{BB962C8B-B14F-4D97-AF65-F5344CB8AC3E}">
        <p14:creationId xmlns:p14="http://schemas.microsoft.com/office/powerpoint/2010/main" val="514965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75331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69111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4254866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1799767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697273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3085846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52338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1761551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0D44056-4656-F96B-0679-CA19D68C89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AD74352-9DB0-426A-BF99-BDCE7EF74D48}" type="slidenum">
              <a:rPr lang="en-US" altLang="en-US" sz="1200">
                <a:latin typeface="Arial" panose="020B0604020202020204" pitchFamily="34" charset="0"/>
                <a:cs typeface="Arial" panose="020B0604020202020204" pitchFamily="34" charset="0"/>
              </a:rPr>
              <a:pPr eaLnBrk="1" hangingPunct="1"/>
              <a:t>23</a:t>
            </a:fld>
            <a:endParaRPr lang="en-US" altLang="en-US" sz="1200">
              <a:latin typeface="Arial" panose="020B0604020202020204" pitchFamily="34" charset="0"/>
              <a:cs typeface="Arial" panose="020B0604020202020204" pitchFamily="34" charset="0"/>
            </a:endParaRPr>
          </a:p>
        </p:txBody>
      </p:sp>
      <p:sp>
        <p:nvSpPr>
          <p:cNvPr id="40963" name="Rectangle 2">
            <a:extLst>
              <a:ext uri="{FF2B5EF4-FFF2-40B4-BE49-F238E27FC236}">
                <a16:creationId xmlns:a16="http://schemas.microsoft.com/office/drawing/2014/main" id="{DB9987C7-7DF1-4036-E1DC-D974325DC7B9}"/>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1FCEF891-D3FD-6A22-6D3A-1A2791256A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166FFFEB-14B8-4A17-0069-959BC78C95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CCD21DE-F372-4133-AD25-4A7EDB7BF24D}" type="slidenum">
              <a:rPr lang="en-US" altLang="en-US" sz="1200">
                <a:latin typeface="Arial" panose="020B0604020202020204" pitchFamily="34" charset="0"/>
                <a:cs typeface="Arial" panose="020B0604020202020204" pitchFamily="34" charset="0"/>
              </a:rPr>
              <a:pPr eaLnBrk="1" hangingPunct="1"/>
              <a:t>25</a:t>
            </a:fld>
            <a:endParaRPr lang="en-US" altLang="en-US" sz="1200">
              <a:latin typeface="Arial" panose="020B0604020202020204" pitchFamily="34" charset="0"/>
              <a:cs typeface="Arial" panose="020B0604020202020204" pitchFamily="34" charset="0"/>
            </a:endParaRPr>
          </a:p>
        </p:txBody>
      </p:sp>
      <p:sp>
        <p:nvSpPr>
          <p:cNvPr id="44035" name="Rectangle 2">
            <a:extLst>
              <a:ext uri="{FF2B5EF4-FFF2-40B4-BE49-F238E27FC236}">
                <a16:creationId xmlns:a16="http://schemas.microsoft.com/office/drawing/2014/main" id="{626D73C9-949E-A8D5-9B33-A5243FB79AA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45EEAF18-404B-6F46-6D7F-6AE00BCFA3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7A29D64C-80C0-5543-3A94-0A9A9DCF2C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38A2B5B-AFEE-4DE3-B070-65D67D44FCB1}" type="slidenum">
              <a:rPr lang="en-US" altLang="en-US" sz="1200">
                <a:latin typeface="Arial" panose="020B0604020202020204" pitchFamily="34" charset="0"/>
                <a:cs typeface="Arial" panose="020B0604020202020204" pitchFamily="34" charset="0"/>
              </a:rPr>
              <a:pPr eaLnBrk="1" hangingPunct="1"/>
              <a:t>26</a:t>
            </a:fld>
            <a:endParaRPr lang="en-US" altLang="en-US" sz="1200">
              <a:latin typeface="Arial" panose="020B0604020202020204" pitchFamily="34" charset="0"/>
              <a:cs typeface="Arial" panose="020B0604020202020204" pitchFamily="34" charset="0"/>
            </a:endParaRPr>
          </a:p>
        </p:txBody>
      </p:sp>
      <p:sp>
        <p:nvSpPr>
          <p:cNvPr id="46083" name="Rectangle 2">
            <a:extLst>
              <a:ext uri="{FF2B5EF4-FFF2-40B4-BE49-F238E27FC236}">
                <a16:creationId xmlns:a16="http://schemas.microsoft.com/office/drawing/2014/main" id="{8EF1CA1C-C034-C29F-F7BC-7072E5B86366}"/>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4844717A-D59C-6F70-4EF6-F3F4C3F2B3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70CDF31-C0EC-B1E2-E0A3-213F7444D4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8415863-A0E5-4277-B3CA-CE15A65BC9BA}" type="slidenum">
              <a:rPr lang="en-US" altLang="en-US" sz="1200">
                <a:latin typeface="Arial" panose="020B0604020202020204" pitchFamily="34" charset="0"/>
                <a:cs typeface="Arial" panose="020B0604020202020204" pitchFamily="34" charset="0"/>
              </a:rPr>
              <a:pPr eaLnBrk="1" hangingPunct="1"/>
              <a:t>27</a:t>
            </a:fld>
            <a:endParaRPr lang="en-US" altLang="en-US" sz="1200">
              <a:latin typeface="Arial" panose="020B0604020202020204" pitchFamily="34" charset="0"/>
              <a:cs typeface="Arial" panose="020B0604020202020204" pitchFamily="34" charset="0"/>
            </a:endParaRPr>
          </a:p>
        </p:txBody>
      </p:sp>
      <p:sp>
        <p:nvSpPr>
          <p:cNvPr id="48131" name="Rectangle 2">
            <a:extLst>
              <a:ext uri="{FF2B5EF4-FFF2-40B4-BE49-F238E27FC236}">
                <a16:creationId xmlns:a16="http://schemas.microsoft.com/office/drawing/2014/main" id="{53BAF2CC-44D1-9D13-4773-10D828F0607D}"/>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AED9259D-13B6-6F24-6E6C-39A64D7DCF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A7B155B-E5FA-F0C3-D953-92593F9323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27058F0-F1E0-439F-8FF2-9AF4D962E1DC}" type="slidenum">
              <a:rPr lang="en-US" altLang="en-US" sz="1200">
                <a:latin typeface="Arial" panose="020B0604020202020204" pitchFamily="34" charset="0"/>
                <a:cs typeface="Arial" panose="020B0604020202020204" pitchFamily="34" charset="0"/>
              </a:rPr>
              <a:pPr eaLnBrk="1" hangingPunct="1"/>
              <a:t>28</a:t>
            </a:fld>
            <a:endParaRPr lang="en-US" altLang="en-US" sz="1200">
              <a:latin typeface="Arial" panose="020B0604020202020204" pitchFamily="34" charset="0"/>
              <a:cs typeface="Arial" panose="020B0604020202020204" pitchFamily="34" charset="0"/>
            </a:endParaRPr>
          </a:p>
        </p:txBody>
      </p:sp>
      <p:sp>
        <p:nvSpPr>
          <p:cNvPr id="50179" name="Rectangle 2">
            <a:extLst>
              <a:ext uri="{FF2B5EF4-FFF2-40B4-BE49-F238E27FC236}">
                <a16:creationId xmlns:a16="http://schemas.microsoft.com/office/drawing/2014/main" id="{75FB4BAF-C502-0356-D128-1DCC50087768}"/>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A6996F9C-443F-1DA5-C3D5-9C625CB66F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5A142BB6-AE95-BFEB-C97C-872020C7EA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4BD42CD-5B1C-4477-8573-3879EE797DAD}" type="slidenum">
              <a:rPr lang="en-US" altLang="en-US" sz="1200">
                <a:latin typeface="Arial" panose="020B0604020202020204" pitchFamily="34" charset="0"/>
                <a:cs typeface="Arial" panose="020B0604020202020204" pitchFamily="34" charset="0"/>
              </a:rPr>
              <a:pPr eaLnBrk="1" hangingPunct="1"/>
              <a:t>29</a:t>
            </a:fld>
            <a:endParaRPr lang="en-US" altLang="en-US" sz="1200">
              <a:latin typeface="Arial" panose="020B0604020202020204" pitchFamily="34" charset="0"/>
              <a:cs typeface="Arial" panose="020B0604020202020204" pitchFamily="34" charset="0"/>
            </a:endParaRPr>
          </a:p>
        </p:txBody>
      </p:sp>
      <p:sp>
        <p:nvSpPr>
          <p:cNvPr id="52227" name="Rectangle 2">
            <a:extLst>
              <a:ext uri="{FF2B5EF4-FFF2-40B4-BE49-F238E27FC236}">
                <a16:creationId xmlns:a16="http://schemas.microsoft.com/office/drawing/2014/main" id="{BED0DB6E-0048-6E40-A0CF-FFA2CF6DEA75}"/>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249405D5-63CD-1C36-AB25-5006464F1BA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F4EA1B1A-1E7D-C002-05BA-C094B318220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500">
                <a:solidFill>
                  <a:schemeClr val="tx1"/>
                </a:solidFill>
                <a:latin typeface="Arial" panose="020B0604020202020204" pitchFamily="34" charset="0"/>
                <a:ea typeface="ＭＳ Ｐゴシック" panose="020B0600070205080204" pitchFamily="34" charset="-128"/>
              </a:defRPr>
            </a:lvl1pPr>
            <a:lvl2pPr marL="742950" indent="-285750">
              <a:defRPr sz="1500">
                <a:solidFill>
                  <a:schemeClr val="tx1"/>
                </a:solidFill>
                <a:latin typeface="Arial" panose="020B0604020202020204" pitchFamily="34" charset="0"/>
                <a:ea typeface="ＭＳ Ｐゴシック" panose="020B0600070205080204" pitchFamily="34" charset="-128"/>
              </a:defRPr>
            </a:lvl2pPr>
            <a:lvl3pPr marL="1143000" indent="-228600">
              <a:defRPr sz="1500">
                <a:solidFill>
                  <a:schemeClr val="tx1"/>
                </a:solidFill>
                <a:latin typeface="Arial" panose="020B0604020202020204" pitchFamily="34" charset="0"/>
                <a:ea typeface="ＭＳ Ｐゴシック" panose="020B0600070205080204" pitchFamily="34" charset="-128"/>
              </a:defRPr>
            </a:lvl3pPr>
            <a:lvl4pPr marL="1600200" indent="-228600">
              <a:defRPr sz="1500">
                <a:solidFill>
                  <a:schemeClr val="tx1"/>
                </a:solidFill>
                <a:latin typeface="Arial" panose="020B0604020202020204" pitchFamily="34" charset="0"/>
                <a:ea typeface="ＭＳ Ｐゴシック" panose="020B0600070205080204" pitchFamily="34" charset="-128"/>
              </a:defRPr>
            </a:lvl4pPr>
            <a:lvl5pPr marL="2057400" indent="-228600">
              <a:defRPr sz="15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9pPr>
          </a:lstStyle>
          <a:p>
            <a:fld id="{ADF6B628-75CD-476F-B0E2-08E37B80C2BE}" type="slidenum">
              <a:rPr lang="en-US" altLang="en-US" sz="1200" smtClean="0">
                <a:cs typeface="Arial" panose="020B0604020202020204" pitchFamily="34" charset="0"/>
              </a:rPr>
              <a:pPr/>
              <a:t>30</a:t>
            </a:fld>
            <a:endParaRPr lang="en-US" altLang="en-US" sz="1200">
              <a:cs typeface="Arial" panose="020B0604020202020204" pitchFamily="34" charset="0"/>
            </a:endParaRPr>
          </a:p>
        </p:txBody>
      </p:sp>
      <p:sp>
        <p:nvSpPr>
          <p:cNvPr id="45058" name="Rectangle 2">
            <a:extLst>
              <a:ext uri="{FF2B5EF4-FFF2-40B4-BE49-F238E27FC236}">
                <a16:creationId xmlns:a16="http://schemas.microsoft.com/office/drawing/2014/main" id="{8956B0B9-6A4B-3330-B1DE-DD545487DD1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E092EA6-197A-F824-C2E5-178C11FA640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39B8B8E6-280A-3AF5-E4F4-1840F87ED78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500">
                <a:solidFill>
                  <a:schemeClr val="tx1"/>
                </a:solidFill>
                <a:latin typeface="Arial" panose="020B0604020202020204" pitchFamily="34" charset="0"/>
                <a:ea typeface="ＭＳ Ｐゴシック" panose="020B0600070205080204" pitchFamily="34" charset="-128"/>
              </a:defRPr>
            </a:lvl1pPr>
            <a:lvl2pPr marL="742950" indent="-285750">
              <a:defRPr sz="1500">
                <a:solidFill>
                  <a:schemeClr val="tx1"/>
                </a:solidFill>
                <a:latin typeface="Arial" panose="020B0604020202020204" pitchFamily="34" charset="0"/>
                <a:ea typeface="ＭＳ Ｐゴシック" panose="020B0600070205080204" pitchFamily="34" charset="-128"/>
              </a:defRPr>
            </a:lvl2pPr>
            <a:lvl3pPr marL="1143000" indent="-228600">
              <a:defRPr sz="1500">
                <a:solidFill>
                  <a:schemeClr val="tx1"/>
                </a:solidFill>
                <a:latin typeface="Arial" panose="020B0604020202020204" pitchFamily="34" charset="0"/>
                <a:ea typeface="ＭＳ Ｐゴシック" panose="020B0600070205080204" pitchFamily="34" charset="-128"/>
              </a:defRPr>
            </a:lvl3pPr>
            <a:lvl4pPr marL="1600200" indent="-228600">
              <a:defRPr sz="1500">
                <a:solidFill>
                  <a:schemeClr val="tx1"/>
                </a:solidFill>
                <a:latin typeface="Arial" panose="020B0604020202020204" pitchFamily="34" charset="0"/>
                <a:ea typeface="ＭＳ Ｐゴシック" panose="020B0600070205080204" pitchFamily="34" charset="-128"/>
              </a:defRPr>
            </a:lvl4pPr>
            <a:lvl5pPr marL="2057400" indent="-228600">
              <a:defRPr sz="15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500">
                <a:solidFill>
                  <a:schemeClr val="tx1"/>
                </a:solidFill>
                <a:latin typeface="Arial" panose="020B0604020202020204" pitchFamily="34" charset="0"/>
                <a:ea typeface="ＭＳ Ｐゴシック" panose="020B0600070205080204" pitchFamily="34" charset="-128"/>
              </a:defRPr>
            </a:lvl9pPr>
          </a:lstStyle>
          <a:p>
            <a:fld id="{0A0123C3-9CAC-4430-B100-E94E5182ACA9}" type="slidenum">
              <a:rPr lang="en-US" altLang="en-US" sz="1200" smtClean="0">
                <a:cs typeface="Arial" panose="020B0604020202020204" pitchFamily="34" charset="0"/>
              </a:rPr>
              <a:pPr/>
              <a:t>31</a:t>
            </a:fld>
            <a:endParaRPr lang="en-US" altLang="en-US" sz="1200">
              <a:cs typeface="Arial" panose="020B0604020202020204" pitchFamily="34" charset="0"/>
            </a:endParaRPr>
          </a:p>
        </p:txBody>
      </p:sp>
      <p:sp>
        <p:nvSpPr>
          <p:cNvPr id="47106" name="Rectangle 2">
            <a:extLst>
              <a:ext uri="{FF2B5EF4-FFF2-40B4-BE49-F238E27FC236}">
                <a16:creationId xmlns:a16="http://schemas.microsoft.com/office/drawing/2014/main" id="{E0E82BF0-D045-9C17-F494-9DE4FDAC2BF6}"/>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7A0A93A2-61D8-79BA-536E-2237E88E91D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7F21E1-150C-4AC3-8FCE-DF3A6CA9D32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05DDF-80F2-4C54-93A1-7FF558976E6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896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F21E1-150C-4AC3-8FCE-DF3A6CA9D32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386678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7F21E1-150C-4AC3-8FCE-DF3A6CA9D32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05DDF-80F2-4C54-93A1-7FF558976E6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94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7F21E1-150C-4AC3-8FCE-DF3A6CA9D32A}"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1612794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7F21E1-150C-4AC3-8FCE-DF3A6CA9D32A}"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389523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7F21E1-150C-4AC3-8FCE-DF3A6CA9D32A}"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406445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A7F21E1-150C-4AC3-8FCE-DF3A6CA9D32A}" type="datetimeFigureOut">
              <a:rPr lang="en-US" smtClean="0"/>
              <a:t>11/11/2024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4179814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A7F21E1-150C-4AC3-8FCE-DF3A6CA9D32A}" type="datetimeFigureOut">
              <a:rPr lang="en-US" smtClean="0"/>
              <a:t>11/11/2024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FB05DDF-80F2-4C54-93A1-7FF558976E64}" type="slidenum">
              <a:rPr lang="en-US" smtClean="0"/>
              <a:t>‹#›</a:t>
            </a:fld>
            <a:endParaRPr lang="en-US"/>
          </a:p>
        </p:txBody>
      </p:sp>
    </p:spTree>
    <p:extLst>
      <p:ext uri="{BB962C8B-B14F-4D97-AF65-F5344CB8AC3E}">
        <p14:creationId xmlns:p14="http://schemas.microsoft.com/office/powerpoint/2010/main" val="1011695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A7F21E1-150C-4AC3-8FCE-DF3A6CA9D32A}"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169919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F21E1-150C-4AC3-8FCE-DF3A6CA9D32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428425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F21E1-150C-4AC3-8FCE-DF3A6CA9D32A}"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B05DDF-80F2-4C54-93A1-7FF558976E64}" type="slidenum">
              <a:rPr lang="en-US" smtClean="0"/>
              <a:t>‹#›</a:t>
            </a:fld>
            <a:endParaRPr lang="en-US"/>
          </a:p>
        </p:txBody>
      </p:sp>
    </p:spTree>
    <p:extLst>
      <p:ext uri="{BB962C8B-B14F-4D97-AF65-F5344CB8AC3E}">
        <p14:creationId xmlns:p14="http://schemas.microsoft.com/office/powerpoint/2010/main" val="2031121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A7F21E1-150C-4AC3-8FCE-DF3A6CA9D32A}" type="datetimeFigureOut">
              <a:rPr lang="en-US" smtClean="0"/>
              <a:t>11/11/2024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FB05DDF-80F2-4C54-93A1-7FF558976E6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9540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7069F-D9B0-4C6D-A342-7A3B44B76784}"/>
              </a:ext>
            </a:extLst>
          </p:cNvPr>
          <p:cNvSpPr>
            <a:spLocks noGrp="1"/>
          </p:cNvSpPr>
          <p:nvPr>
            <p:ph type="ctrTitle"/>
          </p:nvPr>
        </p:nvSpPr>
        <p:spPr/>
        <p:txBody>
          <a:bodyPr>
            <a:normAutofit/>
          </a:bodyPr>
          <a:lstStyle/>
          <a:p>
            <a:r>
              <a:rPr lang="en-US" sz="7200" dirty="0"/>
              <a:t>Software Design &amp; Analysis</a:t>
            </a:r>
          </a:p>
        </p:txBody>
      </p:sp>
      <p:sp>
        <p:nvSpPr>
          <p:cNvPr id="3" name="Subtitle 2">
            <a:extLst>
              <a:ext uri="{FF2B5EF4-FFF2-40B4-BE49-F238E27FC236}">
                <a16:creationId xmlns:a16="http://schemas.microsoft.com/office/drawing/2014/main" id="{01FC121F-EBD9-44AB-98A1-0537C8465406}"/>
              </a:ext>
            </a:extLst>
          </p:cNvPr>
          <p:cNvSpPr>
            <a:spLocks noGrp="1"/>
          </p:cNvSpPr>
          <p:nvPr>
            <p:ph type="subTitle" idx="1"/>
          </p:nvPr>
        </p:nvSpPr>
        <p:spPr/>
        <p:txBody>
          <a:bodyPr/>
          <a:lstStyle/>
          <a:p>
            <a:r>
              <a:rPr lang="en-US" dirty="0"/>
              <a:t>Data Flow Diagram</a:t>
            </a:r>
          </a:p>
        </p:txBody>
      </p:sp>
    </p:spTree>
    <p:extLst>
      <p:ext uri="{BB962C8B-B14F-4D97-AF65-F5344CB8AC3E}">
        <p14:creationId xmlns:p14="http://schemas.microsoft.com/office/powerpoint/2010/main" val="2358309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0419" y="1896681"/>
            <a:ext cx="11931161" cy="3500958"/>
          </a:xfrm>
          <a:prstGeom prst="rect">
            <a:avLst/>
          </a:prstGeom>
        </p:spPr>
        <p:txBody>
          <a:bodyPr vert="horz" wrap="square" lIns="0" tIns="0" rIns="0" bIns="0" rtlCol="0">
            <a:spAutoFit/>
          </a:bodyPr>
          <a:lstStyle/>
          <a:p>
            <a:pPr marL="355600" indent="-342900" algn="just">
              <a:buClr>
                <a:srgbClr val="001F5F"/>
              </a:buClr>
              <a:buFont typeface="Wingdings"/>
              <a:buChar char=""/>
              <a:tabLst>
                <a:tab pos="355600" algn="l"/>
              </a:tabLst>
            </a:pPr>
            <a:r>
              <a:rPr sz="3000" spc="-5" dirty="0">
                <a:solidFill>
                  <a:srgbClr val="001F5F"/>
                </a:solidFill>
                <a:latin typeface="Arial"/>
                <a:cs typeface="Arial"/>
              </a:rPr>
              <a:t>Capture</a:t>
            </a:r>
            <a:r>
              <a:rPr sz="3000" dirty="0">
                <a:solidFill>
                  <a:srgbClr val="001F5F"/>
                </a:solidFill>
                <a:latin typeface="Arial"/>
                <a:cs typeface="Arial"/>
              </a:rPr>
              <a:t>s</a:t>
            </a:r>
            <a:r>
              <a:rPr sz="3000" spc="65" dirty="0">
                <a:solidFill>
                  <a:srgbClr val="001F5F"/>
                </a:solidFill>
                <a:latin typeface="Times New Roman"/>
                <a:cs typeface="Times New Roman"/>
              </a:rPr>
              <a:t> </a:t>
            </a:r>
            <a:r>
              <a:rPr sz="3000" dirty="0">
                <a:solidFill>
                  <a:srgbClr val="001F5F"/>
                </a:solidFill>
                <a:latin typeface="Arial"/>
                <a:cs typeface="Arial"/>
              </a:rPr>
              <a:t>the</a:t>
            </a:r>
            <a:r>
              <a:rPr sz="3000" spc="85" dirty="0">
                <a:solidFill>
                  <a:srgbClr val="001F5F"/>
                </a:solidFill>
                <a:latin typeface="Times New Roman"/>
                <a:cs typeface="Times New Roman"/>
              </a:rPr>
              <a:t> </a:t>
            </a:r>
            <a:r>
              <a:rPr sz="3000" dirty="0">
                <a:solidFill>
                  <a:srgbClr val="FF0000"/>
                </a:solidFill>
                <a:latin typeface="Arial"/>
                <a:cs typeface="Arial"/>
              </a:rPr>
              <a:t>flow</a:t>
            </a:r>
            <a:r>
              <a:rPr sz="3000" spc="80" dirty="0">
                <a:solidFill>
                  <a:srgbClr val="FF0000"/>
                </a:solidFill>
                <a:latin typeface="Times New Roman"/>
                <a:cs typeface="Times New Roman"/>
              </a:rPr>
              <a:t> </a:t>
            </a:r>
            <a:r>
              <a:rPr sz="3000" spc="-25" dirty="0">
                <a:solidFill>
                  <a:srgbClr val="FF0000"/>
                </a:solidFill>
                <a:latin typeface="Arial"/>
                <a:cs typeface="Arial"/>
              </a:rPr>
              <a:t>o</a:t>
            </a:r>
            <a:r>
              <a:rPr sz="3000" spc="-10" dirty="0">
                <a:solidFill>
                  <a:srgbClr val="FF0000"/>
                </a:solidFill>
                <a:latin typeface="Arial"/>
                <a:cs typeface="Arial"/>
              </a:rPr>
              <a:t>f</a:t>
            </a:r>
            <a:r>
              <a:rPr sz="3000" spc="85" dirty="0">
                <a:solidFill>
                  <a:srgbClr val="FF0000"/>
                </a:solidFill>
                <a:latin typeface="Times New Roman"/>
                <a:cs typeface="Times New Roman"/>
              </a:rPr>
              <a:t> </a:t>
            </a:r>
            <a:r>
              <a:rPr sz="3000" spc="-5" dirty="0">
                <a:solidFill>
                  <a:srgbClr val="FF0000"/>
                </a:solidFill>
                <a:latin typeface="Arial"/>
                <a:cs typeface="Arial"/>
              </a:rPr>
              <a:t>dat</a:t>
            </a:r>
            <a:r>
              <a:rPr sz="3000" dirty="0">
                <a:solidFill>
                  <a:srgbClr val="FF0000"/>
                </a:solidFill>
                <a:latin typeface="Arial"/>
                <a:cs typeface="Arial"/>
              </a:rPr>
              <a:t>a</a:t>
            </a:r>
            <a:r>
              <a:rPr sz="3000" spc="70" dirty="0">
                <a:solidFill>
                  <a:srgbClr val="FF0000"/>
                </a:solidFill>
                <a:latin typeface="Times New Roman"/>
                <a:cs typeface="Times New Roman"/>
              </a:rPr>
              <a:t> </a:t>
            </a:r>
            <a:r>
              <a:rPr sz="3000" spc="-5" dirty="0">
                <a:solidFill>
                  <a:srgbClr val="001F5F"/>
                </a:solidFill>
                <a:latin typeface="Arial"/>
                <a:cs typeface="Arial"/>
              </a:rPr>
              <a:t>i</a:t>
            </a:r>
            <a:r>
              <a:rPr sz="3000" dirty="0">
                <a:solidFill>
                  <a:srgbClr val="001F5F"/>
                </a:solidFill>
                <a:latin typeface="Arial"/>
                <a:cs typeface="Arial"/>
              </a:rPr>
              <a:t>n</a:t>
            </a:r>
            <a:r>
              <a:rPr sz="3000" spc="70" dirty="0">
                <a:solidFill>
                  <a:srgbClr val="001F5F"/>
                </a:solidFill>
                <a:latin typeface="Times New Roman"/>
                <a:cs typeface="Times New Roman"/>
              </a:rPr>
              <a:t> </a:t>
            </a:r>
            <a:r>
              <a:rPr sz="3000" dirty="0">
                <a:solidFill>
                  <a:srgbClr val="001F5F"/>
                </a:solidFill>
                <a:latin typeface="Arial"/>
                <a:cs typeface="Arial"/>
              </a:rPr>
              <a:t>a</a:t>
            </a:r>
            <a:r>
              <a:rPr sz="3000" spc="85" dirty="0">
                <a:solidFill>
                  <a:srgbClr val="001F5F"/>
                </a:solidFill>
                <a:latin typeface="Times New Roman"/>
                <a:cs typeface="Times New Roman"/>
              </a:rPr>
              <a:t> </a:t>
            </a:r>
            <a:r>
              <a:rPr sz="3000" spc="-20" dirty="0">
                <a:solidFill>
                  <a:srgbClr val="001F5F"/>
                </a:solidFill>
                <a:latin typeface="Arial"/>
                <a:cs typeface="Arial"/>
              </a:rPr>
              <a:t>system</a:t>
            </a:r>
            <a:endParaRPr sz="3000" dirty="0">
              <a:latin typeface="Arial"/>
              <a:cs typeface="Arial"/>
            </a:endParaRPr>
          </a:p>
          <a:p>
            <a:pPr marL="355600" indent="-342900" algn="just">
              <a:spcBef>
                <a:spcPts val="720"/>
              </a:spcBef>
              <a:buClr>
                <a:srgbClr val="001F5F"/>
              </a:buClr>
              <a:buFont typeface="Wingdings"/>
              <a:buChar char=""/>
              <a:tabLst>
                <a:tab pos="355600" algn="l"/>
              </a:tabLst>
            </a:pPr>
            <a:r>
              <a:rPr sz="3000" spc="-15" dirty="0">
                <a:solidFill>
                  <a:srgbClr val="001F5F"/>
                </a:solidFill>
                <a:latin typeface="Arial"/>
                <a:cs typeface="Arial"/>
              </a:rPr>
              <a:t>I</a:t>
            </a:r>
            <a:r>
              <a:rPr sz="3000" spc="-10" dirty="0">
                <a:solidFill>
                  <a:srgbClr val="001F5F"/>
                </a:solidFill>
                <a:latin typeface="Arial"/>
                <a:cs typeface="Arial"/>
              </a:rPr>
              <a:t>t</a:t>
            </a:r>
            <a:r>
              <a:rPr sz="3000" spc="95" dirty="0">
                <a:solidFill>
                  <a:srgbClr val="001F5F"/>
                </a:solidFill>
                <a:latin typeface="Times New Roman"/>
                <a:cs typeface="Times New Roman"/>
              </a:rPr>
              <a:t> </a:t>
            </a:r>
            <a:r>
              <a:rPr sz="3000" spc="-5" dirty="0">
                <a:solidFill>
                  <a:srgbClr val="001F5F"/>
                </a:solidFill>
                <a:latin typeface="Arial"/>
                <a:cs typeface="Arial"/>
              </a:rPr>
              <a:t>help</a:t>
            </a:r>
            <a:r>
              <a:rPr sz="3000" dirty="0">
                <a:solidFill>
                  <a:srgbClr val="001F5F"/>
                </a:solidFill>
                <a:latin typeface="Arial"/>
                <a:cs typeface="Arial"/>
              </a:rPr>
              <a:t>s</a:t>
            </a:r>
            <a:r>
              <a:rPr sz="3000" spc="70" dirty="0">
                <a:solidFill>
                  <a:srgbClr val="001F5F"/>
                </a:solidFill>
                <a:latin typeface="Times New Roman"/>
                <a:cs typeface="Times New Roman"/>
              </a:rPr>
              <a:t> </a:t>
            </a:r>
            <a:r>
              <a:rPr sz="3000" spc="-5" dirty="0">
                <a:solidFill>
                  <a:srgbClr val="001F5F"/>
                </a:solidFill>
                <a:latin typeface="Arial"/>
                <a:cs typeface="Arial"/>
              </a:rPr>
              <a:t>i</a:t>
            </a:r>
            <a:r>
              <a:rPr sz="3000" dirty="0">
                <a:solidFill>
                  <a:srgbClr val="001F5F"/>
                </a:solidFill>
                <a:latin typeface="Arial"/>
                <a:cs typeface="Arial"/>
              </a:rPr>
              <a:t>n</a:t>
            </a:r>
            <a:r>
              <a:rPr sz="3000" spc="80" dirty="0">
                <a:solidFill>
                  <a:srgbClr val="001F5F"/>
                </a:solidFill>
                <a:latin typeface="Times New Roman"/>
                <a:cs typeface="Times New Roman"/>
              </a:rPr>
              <a:t> </a:t>
            </a:r>
            <a:r>
              <a:rPr sz="3000" spc="-5" dirty="0">
                <a:solidFill>
                  <a:srgbClr val="001F5F"/>
                </a:solidFill>
                <a:latin typeface="Arial"/>
                <a:cs typeface="Arial"/>
              </a:rPr>
              <a:t>developi</a:t>
            </a:r>
            <a:r>
              <a:rPr sz="3000" spc="-15" dirty="0">
                <a:solidFill>
                  <a:srgbClr val="001F5F"/>
                </a:solidFill>
                <a:latin typeface="Arial"/>
                <a:cs typeface="Arial"/>
              </a:rPr>
              <a:t>n</a:t>
            </a:r>
            <a:r>
              <a:rPr sz="3000" dirty="0">
                <a:solidFill>
                  <a:srgbClr val="001F5F"/>
                </a:solidFill>
                <a:latin typeface="Arial"/>
                <a:cs typeface="Arial"/>
              </a:rPr>
              <a:t>g</a:t>
            </a:r>
            <a:r>
              <a:rPr sz="3000" spc="50" dirty="0">
                <a:solidFill>
                  <a:srgbClr val="001F5F"/>
                </a:solidFill>
                <a:latin typeface="Times New Roman"/>
                <a:cs typeface="Times New Roman"/>
              </a:rPr>
              <a:t> </a:t>
            </a:r>
            <a:r>
              <a:rPr sz="3000" spc="-5" dirty="0">
                <a:solidFill>
                  <a:srgbClr val="001F5F"/>
                </a:solidFill>
                <a:latin typeface="Arial"/>
                <a:cs typeface="Arial"/>
              </a:rPr>
              <a:t>a</a:t>
            </a:r>
            <a:r>
              <a:rPr sz="3000" dirty="0">
                <a:solidFill>
                  <a:srgbClr val="001F5F"/>
                </a:solidFill>
                <a:latin typeface="Arial"/>
                <a:cs typeface="Arial"/>
              </a:rPr>
              <a:t>n</a:t>
            </a:r>
            <a:r>
              <a:rPr sz="3000" spc="65" dirty="0">
                <a:solidFill>
                  <a:srgbClr val="001F5F"/>
                </a:solidFill>
                <a:latin typeface="Times New Roman"/>
                <a:cs typeface="Times New Roman"/>
              </a:rPr>
              <a:t> </a:t>
            </a:r>
            <a:r>
              <a:rPr sz="3000" spc="-5" dirty="0">
                <a:solidFill>
                  <a:srgbClr val="001F5F"/>
                </a:solidFill>
                <a:latin typeface="Arial"/>
                <a:cs typeface="Arial"/>
              </a:rPr>
              <a:t>unders</a:t>
            </a:r>
            <a:r>
              <a:rPr sz="3000" spc="-10" dirty="0">
                <a:solidFill>
                  <a:srgbClr val="001F5F"/>
                </a:solidFill>
                <a:latin typeface="Arial"/>
                <a:cs typeface="Arial"/>
              </a:rPr>
              <a:t>t</a:t>
            </a:r>
            <a:r>
              <a:rPr sz="3000" spc="-5" dirty="0">
                <a:solidFill>
                  <a:srgbClr val="001F5F"/>
                </a:solidFill>
                <a:latin typeface="Arial"/>
                <a:cs typeface="Arial"/>
              </a:rPr>
              <a:t>andin</a:t>
            </a:r>
            <a:r>
              <a:rPr sz="3000" dirty="0">
                <a:solidFill>
                  <a:srgbClr val="001F5F"/>
                </a:solidFill>
                <a:latin typeface="Arial"/>
                <a:cs typeface="Arial"/>
              </a:rPr>
              <a:t>g</a:t>
            </a:r>
            <a:r>
              <a:rPr sz="3000" spc="45" dirty="0">
                <a:solidFill>
                  <a:srgbClr val="001F5F"/>
                </a:solidFill>
                <a:latin typeface="Times New Roman"/>
                <a:cs typeface="Times New Roman"/>
              </a:rPr>
              <a:t> </a:t>
            </a:r>
            <a:r>
              <a:rPr sz="3000" spc="-20" dirty="0">
                <a:solidFill>
                  <a:srgbClr val="001F5F"/>
                </a:solidFill>
                <a:latin typeface="Arial"/>
                <a:cs typeface="Arial"/>
              </a:rPr>
              <a:t>of</a:t>
            </a:r>
            <a:r>
              <a:rPr lang="en-IN" sz="3000" spc="-20" dirty="0">
                <a:latin typeface="Arial"/>
                <a:cs typeface="Arial"/>
              </a:rPr>
              <a:t> </a:t>
            </a:r>
            <a:r>
              <a:rPr sz="3000" dirty="0">
                <a:solidFill>
                  <a:srgbClr val="001F5F"/>
                </a:solidFill>
                <a:latin typeface="Arial"/>
                <a:cs typeface="Arial"/>
              </a:rPr>
              <a:t>syste</a:t>
            </a:r>
            <a:r>
              <a:rPr sz="3000" spc="-10" dirty="0">
                <a:solidFill>
                  <a:srgbClr val="001F5F"/>
                </a:solidFill>
                <a:latin typeface="Arial"/>
                <a:cs typeface="Arial"/>
              </a:rPr>
              <a:t>m</a:t>
            </a:r>
            <a:r>
              <a:rPr sz="3000" spc="-45" dirty="0">
                <a:solidFill>
                  <a:srgbClr val="001F5F"/>
                </a:solidFill>
                <a:latin typeface="Arial"/>
                <a:cs typeface="Arial"/>
              </a:rPr>
              <a:t>’</a:t>
            </a:r>
            <a:r>
              <a:rPr sz="3000" dirty="0">
                <a:solidFill>
                  <a:srgbClr val="001F5F"/>
                </a:solidFill>
                <a:latin typeface="Arial"/>
                <a:cs typeface="Arial"/>
              </a:rPr>
              <a:t>s</a:t>
            </a:r>
            <a:r>
              <a:rPr sz="3000" spc="-5" dirty="0">
                <a:solidFill>
                  <a:srgbClr val="001F5F"/>
                </a:solidFill>
                <a:latin typeface="Arial"/>
                <a:cs typeface="Arial"/>
              </a:rPr>
              <a:t> </a:t>
            </a:r>
            <a:r>
              <a:rPr sz="3000" spc="-15" dirty="0">
                <a:solidFill>
                  <a:srgbClr val="001F5F"/>
                </a:solidFill>
                <a:latin typeface="Arial"/>
                <a:cs typeface="Arial"/>
              </a:rPr>
              <a:t>func</a:t>
            </a:r>
            <a:r>
              <a:rPr sz="3000" spc="-25" dirty="0">
                <a:solidFill>
                  <a:srgbClr val="001F5F"/>
                </a:solidFill>
                <a:latin typeface="Arial"/>
                <a:cs typeface="Arial"/>
              </a:rPr>
              <a:t>t</a:t>
            </a:r>
            <a:r>
              <a:rPr sz="3000" spc="-5" dirty="0">
                <a:solidFill>
                  <a:srgbClr val="001F5F"/>
                </a:solidFill>
                <a:latin typeface="Arial"/>
                <a:cs typeface="Arial"/>
              </a:rPr>
              <a:t>iona</a:t>
            </a:r>
            <a:r>
              <a:rPr sz="3000" spc="5" dirty="0">
                <a:solidFill>
                  <a:srgbClr val="001F5F"/>
                </a:solidFill>
                <a:latin typeface="Arial"/>
                <a:cs typeface="Arial"/>
              </a:rPr>
              <a:t>l</a:t>
            </a:r>
            <a:r>
              <a:rPr sz="3000" spc="-5" dirty="0">
                <a:solidFill>
                  <a:srgbClr val="001F5F"/>
                </a:solidFill>
                <a:latin typeface="Arial"/>
                <a:cs typeface="Arial"/>
              </a:rPr>
              <a:t>ity</a:t>
            </a:r>
            <a:endParaRPr sz="3000" dirty="0">
              <a:latin typeface="Arial"/>
              <a:cs typeface="Arial"/>
            </a:endParaRPr>
          </a:p>
          <a:p>
            <a:pPr marL="355600" marR="113664" indent="-342900" algn="just">
              <a:spcBef>
                <a:spcPts val="720"/>
              </a:spcBef>
              <a:buClr>
                <a:srgbClr val="001F5F"/>
              </a:buClr>
              <a:buFont typeface="Wingdings"/>
              <a:buChar char=""/>
              <a:tabLst>
                <a:tab pos="355600" algn="l"/>
              </a:tabLst>
            </a:pPr>
            <a:r>
              <a:rPr sz="3000" spc="-20" dirty="0">
                <a:solidFill>
                  <a:srgbClr val="001F5F"/>
                </a:solidFill>
                <a:latin typeface="Arial"/>
                <a:cs typeface="Arial"/>
              </a:rPr>
              <a:t>What</a:t>
            </a:r>
            <a:r>
              <a:rPr sz="3000" spc="80" dirty="0">
                <a:solidFill>
                  <a:srgbClr val="001F5F"/>
                </a:solidFill>
                <a:latin typeface="Times New Roman"/>
                <a:cs typeface="Times New Roman"/>
              </a:rPr>
              <a:t> </a:t>
            </a:r>
            <a:r>
              <a:rPr sz="3000" spc="-5" dirty="0">
                <a:solidFill>
                  <a:srgbClr val="001F5F"/>
                </a:solidFill>
                <a:latin typeface="Arial"/>
                <a:cs typeface="Arial"/>
              </a:rPr>
              <a:t>ar</a:t>
            </a:r>
            <a:r>
              <a:rPr sz="3000" dirty="0">
                <a:solidFill>
                  <a:srgbClr val="001F5F"/>
                </a:solidFill>
                <a:latin typeface="Arial"/>
                <a:cs typeface="Arial"/>
              </a:rPr>
              <a:t>e</a:t>
            </a:r>
            <a:r>
              <a:rPr sz="3000" spc="80" dirty="0">
                <a:solidFill>
                  <a:srgbClr val="001F5F"/>
                </a:solidFill>
                <a:latin typeface="Times New Roman"/>
                <a:cs typeface="Times New Roman"/>
              </a:rPr>
              <a:t> </a:t>
            </a:r>
            <a:r>
              <a:rPr sz="3000" spc="-25" dirty="0">
                <a:solidFill>
                  <a:srgbClr val="001F5F"/>
                </a:solidFill>
                <a:latin typeface="Arial"/>
                <a:cs typeface="Arial"/>
              </a:rPr>
              <a:t>t</a:t>
            </a:r>
            <a:r>
              <a:rPr sz="3000" spc="-5" dirty="0">
                <a:solidFill>
                  <a:srgbClr val="001F5F"/>
                </a:solidFill>
                <a:latin typeface="Arial"/>
                <a:cs typeface="Arial"/>
              </a:rPr>
              <a:t>h</a:t>
            </a:r>
            <a:r>
              <a:rPr sz="3000" dirty="0">
                <a:solidFill>
                  <a:srgbClr val="001F5F"/>
                </a:solidFill>
                <a:latin typeface="Arial"/>
                <a:cs typeface="Arial"/>
              </a:rPr>
              <a:t>e</a:t>
            </a:r>
            <a:r>
              <a:rPr sz="3000" spc="80" dirty="0">
                <a:solidFill>
                  <a:srgbClr val="001F5F"/>
                </a:solidFill>
                <a:latin typeface="Times New Roman"/>
                <a:cs typeface="Times New Roman"/>
              </a:rPr>
              <a:t> </a:t>
            </a:r>
            <a:r>
              <a:rPr sz="3000" spc="-5" dirty="0">
                <a:solidFill>
                  <a:srgbClr val="001F5F"/>
                </a:solidFill>
                <a:latin typeface="Arial"/>
                <a:cs typeface="Arial"/>
              </a:rPr>
              <a:t>d</a:t>
            </a:r>
            <a:r>
              <a:rPr sz="3000" spc="5" dirty="0">
                <a:solidFill>
                  <a:srgbClr val="001F5F"/>
                </a:solidFill>
                <a:latin typeface="Arial"/>
                <a:cs typeface="Arial"/>
              </a:rPr>
              <a:t>i</a:t>
            </a:r>
            <a:r>
              <a:rPr sz="3000" spc="-65" dirty="0">
                <a:solidFill>
                  <a:srgbClr val="001F5F"/>
                </a:solidFill>
                <a:latin typeface="Arial"/>
                <a:cs typeface="Arial"/>
              </a:rPr>
              <a:t>f</a:t>
            </a:r>
            <a:r>
              <a:rPr sz="3000" spc="-15" dirty="0">
                <a:solidFill>
                  <a:srgbClr val="001F5F"/>
                </a:solidFill>
                <a:latin typeface="Arial"/>
                <a:cs typeface="Arial"/>
              </a:rPr>
              <a:t>fe</a:t>
            </a:r>
            <a:r>
              <a:rPr sz="3000" spc="-20" dirty="0">
                <a:solidFill>
                  <a:srgbClr val="001F5F"/>
                </a:solidFill>
                <a:latin typeface="Arial"/>
                <a:cs typeface="Arial"/>
              </a:rPr>
              <a:t>r</a:t>
            </a:r>
            <a:r>
              <a:rPr sz="3000" spc="-5" dirty="0">
                <a:solidFill>
                  <a:srgbClr val="001F5F"/>
                </a:solidFill>
                <a:latin typeface="Arial"/>
                <a:cs typeface="Arial"/>
              </a:rPr>
              <a:t>en</a:t>
            </a:r>
            <a:r>
              <a:rPr sz="3000" dirty="0">
                <a:solidFill>
                  <a:srgbClr val="001F5F"/>
                </a:solidFill>
                <a:latin typeface="Arial"/>
                <a:cs typeface="Arial"/>
              </a:rPr>
              <a:t>t</a:t>
            </a:r>
            <a:r>
              <a:rPr sz="3000" spc="75" dirty="0">
                <a:solidFill>
                  <a:srgbClr val="001F5F"/>
                </a:solidFill>
                <a:latin typeface="Times New Roman"/>
                <a:cs typeface="Times New Roman"/>
              </a:rPr>
              <a:t> </a:t>
            </a:r>
            <a:r>
              <a:rPr sz="3000" dirty="0">
                <a:solidFill>
                  <a:srgbClr val="FF0000"/>
                </a:solidFill>
                <a:latin typeface="Arial"/>
                <a:cs typeface="Arial"/>
              </a:rPr>
              <a:t>sources</a:t>
            </a:r>
            <a:r>
              <a:rPr sz="3000" spc="80" dirty="0">
                <a:solidFill>
                  <a:srgbClr val="FF0000"/>
                </a:solidFill>
                <a:latin typeface="Times New Roman"/>
                <a:cs typeface="Times New Roman"/>
              </a:rPr>
              <a:t> </a:t>
            </a:r>
            <a:r>
              <a:rPr sz="3000" spc="-25" dirty="0">
                <a:solidFill>
                  <a:srgbClr val="FF0000"/>
                </a:solidFill>
                <a:latin typeface="Arial"/>
                <a:cs typeface="Arial"/>
              </a:rPr>
              <a:t>o</a:t>
            </a:r>
            <a:r>
              <a:rPr sz="3000" spc="-10" dirty="0">
                <a:solidFill>
                  <a:srgbClr val="FF0000"/>
                </a:solidFill>
                <a:latin typeface="Arial"/>
                <a:cs typeface="Arial"/>
              </a:rPr>
              <a:t>f</a:t>
            </a:r>
            <a:r>
              <a:rPr sz="3000" spc="65" dirty="0">
                <a:solidFill>
                  <a:srgbClr val="FF0000"/>
                </a:solidFill>
                <a:latin typeface="Times New Roman"/>
                <a:cs typeface="Times New Roman"/>
              </a:rPr>
              <a:t> </a:t>
            </a:r>
            <a:r>
              <a:rPr sz="3000" spc="-5" dirty="0">
                <a:solidFill>
                  <a:srgbClr val="FF0000"/>
                </a:solidFill>
                <a:latin typeface="Arial"/>
                <a:cs typeface="Arial"/>
              </a:rPr>
              <a:t>dat</a:t>
            </a:r>
            <a:r>
              <a:rPr sz="3000" spc="5" dirty="0">
                <a:solidFill>
                  <a:srgbClr val="FF0000"/>
                </a:solidFill>
                <a:latin typeface="Arial"/>
                <a:cs typeface="Arial"/>
              </a:rPr>
              <a:t>a</a:t>
            </a:r>
            <a:r>
              <a:rPr sz="3000" spc="-10" dirty="0">
                <a:solidFill>
                  <a:srgbClr val="001F5F"/>
                </a:solidFill>
                <a:latin typeface="Arial"/>
                <a:cs typeface="Arial"/>
              </a:rPr>
              <a:t>,</a:t>
            </a:r>
            <a:r>
              <a:rPr sz="3000" spc="80" dirty="0">
                <a:solidFill>
                  <a:srgbClr val="001F5F"/>
                </a:solidFill>
                <a:latin typeface="Times New Roman"/>
                <a:cs typeface="Times New Roman"/>
              </a:rPr>
              <a:t> </a:t>
            </a:r>
            <a:r>
              <a:rPr sz="3000" spc="-5" dirty="0">
                <a:solidFill>
                  <a:srgbClr val="001F5F"/>
                </a:solidFill>
                <a:latin typeface="Arial"/>
                <a:cs typeface="Arial"/>
              </a:rPr>
              <a:t>what</a:t>
            </a:r>
            <a:r>
              <a:rPr sz="3000" spc="-5" dirty="0">
                <a:solidFill>
                  <a:srgbClr val="001F5F"/>
                </a:solidFill>
                <a:latin typeface="Times New Roman"/>
                <a:cs typeface="Times New Roman"/>
              </a:rPr>
              <a:t> </a:t>
            </a:r>
            <a:r>
              <a:rPr sz="3000" spc="-5" dirty="0">
                <a:solidFill>
                  <a:srgbClr val="001F5F"/>
                </a:solidFill>
                <a:latin typeface="Arial"/>
                <a:cs typeface="Arial"/>
              </a:rPr>
              <a:t>di</a:t>
            </a:r>
            <a:r>
              <a:rPr sz="3000" spc="-50" dirty="0">
                <a:solidFill>
                  <a:srgbClr val="001F5F"/>
                </a:solidFill>
                <a:latin typeface="Arial"/>
                <a:cs typeface="Arial"/>
              </a:rPr>
              <a:t>f</a:t>
            </a:r>
            <a:r>
              <a:rPr sz="3000" spc="-15" dirty="0">
                <a:solidFill>
                  <a:srgbClr val="001F5F"/>
                </a:solidFill>
                <a:latin typeface="Arial"/>
                <a:cs typeface="Arial"/>
              </a:rPr>
              <a:t>fe</a:t>
            </a:r>
            <a:r>
              <a:rPr sz="3000" spc="-20" dirty="0">
                <a:solidFill>
                  <a:srgbClr val="001F5F"/>
                </a:solidFill>
                <a:latin typeface="Arial"/>
                <a:cs typeface="Arial"/>
              </a:rPr>
              <a:t>r</a:t>
            </a:r>
            <a:r>
              <a:rPr sz="3000" spc="-5" dirty="0">
                <a:solidFill>
                  <a:srgbClr val="001F5F"/>
                </a:solidFill>
                <a:latin typeface="Arial"/>
                <a:cs typeface="Arial"/>
              </a:rPr>
              <a:t>en</a:t>
            </a:r>
            <a:r>
              <a:rPr sz="3000" dirty="0">
                <a:solidFill>
                  <a:srgbClr val="001F5F"/>
                </a:solidFill>
                <a:latin typeface="Arial"/>
                <a:cs typeface="Arial"/>
              </a:rPr>
              <a:t>t</a:t>
            </a:r>
            <a:r>
              <a:rPr lang="en-IN" sz="3000" spc="75" dirty="0">
                <a:solidFill>
                  <a:srgbClr val="001F5F"/>
                </a:solidFill>
                <a:latin typeface="Times New Roman"/>
                <a:cs typeface="Times New Roman"/>
              </a:rPr>
              <a:t> </a:t>
            </a:r>
            <a:r>
              <a:rPr sz="3000" spc="-10" dirty="0">
                <a:solidFill>
                  <a:srgbClr val="FF0000"/>
                </a:solidFill>
                <a:latin typeface="Arial"/>
                <a:cs typeface="Arial"/>
              </a:rPr>
              <a:t>t</a:t>
            </a:r>
            <a:r>
              <a:rPr sz="3000" spc="-20" dirty="0">
                <a:solidFill>
                  <a:srgbClr val="FF0000"/>
                </a:solidFill>
                <a:latin typeface="Arial"/>
                <a:cs typeface="Arial"/>
              </a:rPr>
              <a:t>r</a:t>
            </a:r>
            <a:r>
              <a:rPr sz="3000" spc="-5" dirty="0">
                <a:solidFill>
                  <a:srgbClr val="FF0000"/>
                </a:solidFill>
                <a:latin typeface="Arial"/>
                <a:cs typeface="Arial"/>
              </a:rPr>
              <a:t>ansfo</a:t>
            </a:r>
            <a:r>
              <a:rPr sz="3000" spc="-10" dirty="0">
                <a:solidFill>
                  <a:srgbClr val="FF0000"/>
                </a:solidFill>
                <a:latin typeface="Arial"/>
                <a:cs typeface="Arial"/>
              </a:rPr>
              <a:t>r</a:t>
            </a:r>
            <a:r>
              <a:rPr sz="3000" dirty="0">
                <a:solidFill>
                  <a:srgbClr val="FF0000"/>
                </a:solidFill>
                <a:latin typeface="Arial"/>
                <a:cs typeface="Arial"/>
              </a:rPr>
              <a:t>mations</a:t>
            </a:r>
            <a:r>
              <a:rPr sz="3000" spc="85" dirty="0">
                <a:solidFill>
                  <a:srgbClr val="FF0000"/>
                </a:solidFill>
                <a:latin typeface="Times New Roman"/>
                <a:cs typeface="Times New Roman"/>
              </a:rPr>
              <a:t> </a:t>
            </a:r>
            <a:r>
              <a:rPr sz="3000" dirty="0">
                <a:solidFill>
                  <a:srgbClr val="001F5F"/>
                </a:solidFill>
                <a:latin typeface="Arial"/>
                <a:cs typeface="Arial"/>
              </a:rPr>
              <a:t>take</a:t>
            </a:r>
            <a:r>
              <a:rPr sz="3000" spc="80" dirty="0">
                <a:solidFill>
                  <a:srgbClr val="001F5F"/>
                </a:solidFill>
                <a:latin typeface="Times New Roman"/>
                <a:cs typeface="Times New Roman"/>
              </a:rPr>
              <a:t> </a:t>
            </a:r>
            <a:r>
              <a:rPr sz="3000" spc="-5" dirty="0">
                <a:solidFill>
                  <a:srgbClr val="001F5F"/>
                </a:solidFill>
                <a:latin typeface="Arial"/>
                <a:cs typeface="Arial"/>
              </a:rPr>
              <a:t>plac</a:t>
            </a:r>
            <a:r>
              <a:rPr sz="3000" dirty="0">
                <a:solidFill>
                  <a:srgbClr val="001F5F"/>
                </a:solidFill>
                <a:latin typeface="Arial"/>
                <a:cs typeface="Arial"/>
              </a:rPr>
              <a:t>e</a:t>
            </a:r>
            <a:r>
              <a:rPr sz="3000" spc="60" dirty="0">
                <a:solidFill>
                  <a:srgbClr val="001F5F"/>
                </a:solidFill>
                <a:latin typeface="Times New Roman"/>
                <a:cs typeface="Times New Roman"/>
              </a:rPr>
              <a:t> </a:t>
            </a:r>
            <a:r>
              <a:rPr sz="3000" spc="-5" dirty="0">
                <a:solidFill>
                  <a:srgbClr val="001F5F"/>
                </a:solidFill>
                <a:latin typeface="Arial"/>
                <a:cs typeface="Arial"/>
              </a:rPr>
              <a:t>o</a:t>
            </a:r>
            <a:r>
              <a:rPr sz="3000" dirty="0">
                <a:solidFill>
                  <a:srgbClr val="001F5F"/>
                </a:solidFill>
                <a:latin typeface="Arial"/>
                <a:cs typeface="Arial"/>
              </a:rPr>
              <a:t>n</a:t>
            </a:r>
            <a:r>
              <a:rPr sz="3000" spc="80" dirty="0">
                <a:solidFill>
                  <a:srgbClr val="001F5F"/>
                </a:solidFill>
                <a:latin typeface="Times New Roman"/>
                <a:cs typeface="Times New Roman"/>
              </a:rPr>
              <a:t> </a:t>
            </a:r>
            <a:r>
              <a:rPr sz="3000" spc="-5" dirty="0">
                <a:solidFill>
                  <a:srgbClr val="001F5F"/>
                </a:solidFill>
                <a:latin typeface="Arial"/>
                <a:cs typeface="Arial"/>
              </a:rPr>
              <a:t>da</a:t>
            </a:r>
            <a:r>
              <a:rPr sz="3000" spc="-15" dirty="0">
                <a:solidFill>
                  <a:srgbClr val="001F5F"/>
                </a:solidFill>
                <a:latin typeface="Arial"/>
                <a:cs typeface="Arial"/>
              </a:rPr>
              <a:t>t</a:t>
            </a:r>
            <a:r>
              <a:rPr sz="3000" dirty="0">
                <a:solidFill>
                  <a:srgbClr val="001F5F"/>
                </a:solidFill>
                <a:latin typeface="Arial"/>
                <a:cs typeface="Arial"/>
              </a:rPr>
              <a:t>a</a:t>
            </a:r>
            <a:r>
              <a:rPr sz="3000" dirty="0">
                <a:solidFill>
                  <a:srgbClr val="001F5F"/>
                </a:solidFill>
                <a:latin typeface="Times New Roman"/>
                <a:cs typeface="Times New Roman"/>
              </a:rPr>
              <a:t> </a:t>
            </a:r>
            <a:r>
              <a:rPr sz="3000" spc="-5" dirty="0">
                <a:solidFill>
                  <a:srgbClr val="001F5F"/>
                </a:solidFill>
                <a:latin typeface="Arial"/>
                <a:cs typeface="Arial"/>
              </a:rPr>
              <a:t>an</a:t>
            </a:r>
            <a:r>
              <a:rPr sz="3000" dirty="0">
                <a:solidFill>
                  <a:srgbClr val="001F5F"/>
                </a:solidFill>
                <a:latin typeface="Arial"/>
                <a:cs typeface="Arial"/>
              </a:rPr>
              <a:t>d</a:t>
            </a:r>
            <a:r>
              <a:rPr sz="3000" spc="65" dirty="0">
                <a:solidFill>
                  <a:srgbClr val="001F5F"/>
                </a:solidFill>
                <a:latin typeface="Times New Roman"/>
                <a:cs typeface="Times New Roman"/>
              </a:rPr>
              <a:t> </a:t>
            </a:r>
            <a:r>
              <a:rPr sz="3000" spc="-5" dirty="0">
                <a:solidFill>
                  <a:srgbClr val="001F5F"/>
                </a:solidFill>
                <a:latin typeface="Arial"/>
                <a:cs typeface="Arial"/>
              </a:rPr>
              <a:t>wha</a:t>
            </a:r>
            <a:r>
              <a:rPr sz="3000" dirty="0">
                <a:solidFill>
                  <a:srgbClr val="001F5F"/>
                </a:solidFill>
                <a:latin typeface="Arial"/>
                <a:cs typeface="Arial"/>
              </a:rPr>
              <a:t>t</a:t>
            </a:r>
            <a:r>
              <a:rPr sz="3000" spc="85" dirty="0">
                <a:solidFill>
                  <a:srgbClr val="001F5F"/>
                </a:solidFill>
                <a:latin typeface="Times New Roman"/>
                <a:cs typeface="Times New Roman"/>
              </a:rPr>
              <a:t> </a:t>
            </a:r>
            <a:r>
              <a:rPr sz="3000" spc="-5" dirty="0">
                <a:solidFill>
                  <a:srgbClr val="001F5F"/>
                </a:solidFill>
                <a:latin typeface="Arial"/>
                <a:cs typeface="Arial"/>
              </a:rPr>
              <a:t>ar</a:t>
            </a:r>
            <a:r>
              <a:rPr sz="3000" dirty="0">
                <a:solidFill>
                  <a:srgbClr val="001F5F"/>
                </a:solidFill>
                <a:latin typeface="Arial"/>
                <a:cs typeface="Arial"/>
              </a:rPr>
              <a:t>e</a:t>
            </a:r>
            <a:r>
              <a:rPr sz="3000" spc="80" dirty="0">
                <a:solidFill>
                  <a:srgbClr val="001F5F"/>
                </a:solidFill>
                <a:latin typeface="Times New Roman"/>
                <a:cs typeface="Times New Roman"/>
              </a:rPr>
              <a:t> </a:t>
            </a:r>
            <a:r>
              <a:rPr sz="3000" dirty="0">
                <a:solidFill>
                  <a:srgbClr val="001F5F"/>
                </a:solidFill>
                <a:latin typeface="Arial"/>
                <a:cs typeface="Arial"/>
              </a:rPr>
              <a:t>final</a:t>
            </a:r>
            <a:r>
              <a:rPr sz="3000" spc="65" dirty="0">
                <a:solidFill>
                  <a:srgbClr val="001F5F"/>
                </a:solidFill>
                <a:latin typeface="Times New Roman"/>
                <a:cs typeface="Times New Roman"/>
              </a:rPr>
              <a:t> </a:t>
            </a:r>
            <a:r>
              <a:rPr sz="3000" spc="-5" dirty="0">
                <a:solidFill>
                  <a:srgbClr val="FF0000"/>
                </a:solidFill>
                <a:latin typeface="Arial"/>
                <a:cs typeface="Arial"/>
              </a:rPr>
              <a:t>outpu</a:t>
            </a:r>
            <a:r>
              <a:rPr sz="3000" spc="-15" dirty="0">
                <a:solidFill>
                  <a:srgbClr val="FF0000"/>
                </a:solidFill>
                <a:latin typeface="Arial"/>
                <a:cs typeface="Arial"/>
              </a:rPr>
              <a:t>t</a:t>
            </a:r>
            <a:r>
              <a:rPr sz="3000" dirty="0">
                <a:solidFill>
                  <a:srgbClr val="FF0000"/>
                </a:solidFill>
                <a:latin typeface="Arial"/>
                <a:cs typeface="Arial"/>
              </a:rPr>
              <a:t>s</a:t>
            </a:r>
            <a:r>
              <a:rPr sz="3000" spc="80" dirty="0">
                <a:solidFill>
                  <a:srgbClr val="FF0000"/>
                </a:solidFill>
                <a:latin typeface="Times New Roman"/>
                <a:cs typeface="Times New Roman"/>
              </a:rPr>
              <a:t> </a:t>
            </a:r>
            <a:r>
              <a:rPr sz="3000" spc="-5" dirty="0">
                <a:solidFill>
                  <a:srgbClr val="001F5F"/>
                </a:solidFill>
                <a:latin typeface="Arial"/>
                <a:cs typeface="Arial"/>
              </a:rPr>
              <a:t>generate</a:t>
            </a:r>
            <a:r>
              <a:rPr sz="3000" dirty="0">
                <a:solidFill>
                  <a:srgbClr val="001F5F"/>
                </a:solidFill>
                <a:latin typeface="Arial"/>
                <a:cs typeface="Arial"/>
              </a:rPr>
              <a:t>d</a:t>
            </a:r>
            <a:r>
              <a:rPr sz="3000" spc="60" dirty="0">
                <a:solidFill>
                  <a:srgbClr val="001F5F"/>
                </a:solidFill>
                <a:latin typeface="Times New Roman"/>
                <a:cs typeface="Times New Roman"/>
              </a:rPr>
              <a:t> </a:t>
            </a:r>
            <a:r>
              <a:rPr sz="3000" spc="-5" dirty="0">
                <a:solidFill>
                  <a:srgbClr val="001F5F"/>
                </a:solidFill>
                <a:latin typeface="Arial"/>
                <a:cs typeface="Arial"/>
              </a:rPr>
              <a:t>by</a:t>
            </a:r>
            <a:r>
              <a:rPr sz="3000" spc="-5" dirty="0">
                <a:solidFill>
                  <a:srgbClr val="001F5F"/>
                </a:solidFill>
                <a:latin typeface="Times New Roman"/>
                <a:cs typeface="Times New Roman"/>
              </a:rPr>
              <a:t> </a:t>
            </a:r>
            <a:r>
              <a:rPr sz="3000" dirty="0">
                <a:solidFill>
                  <a:srgbClr val="001F5F"/>
                </a:solidFill>
                <a:latin typeface="Arial"/>
                <a:cs typeface="Arial"/>
              </a:rPr>
              <a:t>these</a:t>
            </a:r>
            <a:r>
              <a:rPr sz="3000" spc="65" dirty="0">
                <a:solidFill>
                  <a:srgbClr val="001F5F"/>
                </a:solidFill>
                <a:latin typeface="Times New Roman"/>
                <a:cs typeface="Times New Roman"/>
              </a:rPr>
              <a:t> </a:t>
            </a:r>
            <a:r>
              <a:rPr sz="3000" spc="-10" dirty="0">
                <a:solidFill>
                  <a:srgbClr val="001F5F"/>
                </a:solidFill>
                <a:latin typeface="Arial"/>
                <a:cs typeface="Arial"/>
              </a:rPr>
              <a:t>t</a:t>
            </a:r>
            <a:r>
              <a:rPr sz="3000" spc="-20" dirty="0">
                <a:solidFill>
                  <a:srgbClr val="001F5F"/>
                </a:solidFill>
                <a:latin typeface="Arial"/>
                <a:cs typeface="Arial"/>
              </a:rPr>
              <a:t>r</a:t>
            </a:r>
            <a:r>
              <a:rPr sz="3000" spc="-5" dirty="0">
                <a:solidFill>
                  <a:srgbClr val="001F5F"/>
                </a:solidFill>
                <a:latin typeface="Arial"/>
                <a:cs typeface="Arial"/>
              </a:rPr>
              <a:t>ansfo</a:t>
            </a:r>
            <a:r>
              <a:rPr sz="3000" spc="-10" dirty="0">
                <a:solidFill>
                  <a:srgbClr val="001F5F"/>
                </a:solidFill>
                <a:latin typeface="Arial"/>
                <a:cs typeface="Arial"/>
              </a:rPr>
              <a:t>r</a:t>
            </a:r>
            <a:r>
              <a:rPr sz="3000" dirty="0">
                <a:solidFill>
                  <a:srgbClr val="001F5F"/>
                </a:solidFill>
                <a:latin typeface="Arial"/>
                <a:cs typeface="Arial"/>
              </a:rPr>
              <a:t>mations</a:t>
            </a:r>
            <a:endParaRPr sz="3000" dirty="0">
              <a:latin typeface="Arial"/>
              <a:cs typeface="Arial"/>
            </a:endParaRPr>
          </a:p>
          <a:p>
            <a:pPr marL="355600" marR="5080" indent="-342900" algn="just">
              <a:spcBef>
                <a:spcPts val="720"/>
              </a:spcBef>
              <a:buClr>
                <a:srgbClr val="001F5F"/>
              </a:buClr>
              <a:buFont typeface="Wingdings"/>
              <a:buChar char=""/>
              <a:tabLst>
                <a:tab pos="355600" algn="l"/>
              </a:tabLst>
            </a:pPr>
            <a:r>
              <a:rPr sz="3000" spc="-10" dirty="0">
                <a:solidFill>
                  <a:srgbClr val="001F5F"/>
                </a:solidFill>
                <a:latin typeface="Arial"/>
                <a:cs typeface="Arial"/>
              </a:rPr>
              <a:t>It</a:t>
            </a:r>
            <a:r>
              <a:rPr sz="3000" spc="85" dirty="0">
                <a:solidFill>
                  <a:srgbClr val="001F5F"/>
                </a:solidFill>
                <a:latin typeface="Times New Roman"/>
                <a:cs typeface="Times New Roman"/>
              </a:rPr>
              <a:t> </a:t>
            </a:r>
            <a:r>
              <a:rPr sz="3000" spc="-5" dirty="0">
                <a:solidFill>
                  <a:srgbClr val="001F5F"/>
                </a:solidFill>
                <a:latin typeface="Arial"/>
                <a:cs typeface="Arial"/>
              </a:rPr>
              <a:t>describe</a:t>
            </a:r>
            <a:r>
              <a:rPr sz="3000" dirty="0">
                <a:solidFill>
                  <a:srgbClr val="001F5F"/>
                </a:solidFill>
                <a:latin typeface="Arial"/>
                <a:cs typeface="Arial"/>
              </a:rPr>
              <a:t>s</a:t>
            </a:r>
            <a:r>
              <a:rPr sz="3000" spc="75" dirty="0">
                <a:solidFill>
                  <a:srgbClr val="001F5F"/>
                </a:solidFill>
                <a:latin typeface="Times New Roman"/>
                <a:cs typeface="Times New Roman"/>
              </a:rPr>
              <a:t> </a:t>
            </a:r>
            <a:r>
              <a:rPr sz="3000" spc="-5" dirty="0">
                <a:solidFill>
                  <a:srgbClr val="FF0000"/>
                </a:solidFill>
                <a:latin typeface="Arial"/>
                <a:cs typeface="Arial"/>
              </a:rPr>
              <a:t>dat</a:t>
            </a:r>
            <a:r>
              <a:rPr sz="3000" dirty="0">
                <a:solidFill>
                  <a:srgbClr val="FF0000"/>
                </a:solidFill>
                <a:latin typeface="Arial"/>
                <a:cs typeface="Arial"/>
              </a:rPr>
              <a:t>a</a:t>
            </a:r>
            <a:r>
              <a:rPr sz="3000" spc="70" dirty="0">
                <a:solidFill>
                  <a:srgbClr val="FF0000"/>
                </a:solidFill>
                <a:latin typeface="Times New Roman"/>
                <a:cs typeface="Times New Roman"/>
              </a:rPr>
              <a:t> </a:t>
            </a:r>
            <a:r>
              <a:rPr sz="3000" spc="-5" dirty="0">
                <a:solidFill>
                  <a:srgbClr val="FF0000"/>
                </a:solidFill>
                <a:latin typeface="Arial"/>
                <a:cs typeface="Arial"/>
              </a:rPr>
              <a:t>originatio</a:t>
            </a:r>
            <a:r>
              <a:rPr sz="3000" dirty="0">
                <a:solidFill>
                  <a:srgbClr val="FF0000"/>
                </a:solidFill>
                <a:latin typeface="Arial"/>
                <a:cs typeface="Arial"/>
              </a:rPr>
              <a:t>n</a:t>
            </a:r>
            <a:r>
              <a:rPr sz="3000" spc="-10" dirty="0">
                <a:solidFill>
                  <a:srgbClr val="001F5F"/>
                </a:solidFill>
                <a:latin typeface="Arial"/>
                <a:cs typeface="Arial"/>
              </a:rPr>
              <a:t>,</a:t>
            </a:r>
            <a:r>
              <a:rPr sz="3000" spc="60" dirty="0">
                <a:solidFill>
                  <a:srgbClr val="001F5F"/>
                </a:solidFill>
                <a:latin typeface="Times New Roman"/>
                <a:cs typeface="Times New Roman"/>
              </a:rPr>
              <a:t> </a:t>
            </a:r>
            <a:r>
              <a:rPr sz="3000" spc="-10" dirty="0">
                <a:solidFill>
                  <a:srgbClr val="FF0000"/>
                </a:solidFill>
                <a:latin typeface="Arial"/>
                <a:cs typeface="Arial"/>
              </a:rPr>
              <a:t>t</a:t>
            </a:r>
            <a:r>
              <a:rPr sz="3000" spc="-20" dirty="0">
                <a:solidFill>
                  <a:srgbClr val="FF0000"/>
                </a:solidFill>
                <a:latin typeface="Arial"/>
                <a:cs typeface="Arial"/>
              </a:rPr>
              <a:t>r</a:t>
            </a:r>
            <a:r>
              <a:rPr sz="3000" spc="-5" dirty="0">
                <a:solidFill>
                  <a:srgbClr val="FF0000"/>
                </a:solidFill>
                <a:latin typeface="Arial"/>
                <a:cs typeface="Arial"/>
              </a:rPr>
              <a:t>ansfo</a:t>
            </a:r>
            <a:r>
              <a:rPr sz="3000" spc="-10" dirty="0">
                <a:solidFill>
                  <a:srgbClr val="FF0000"/>
                </a:solidFill>
                <a:latin typeface="Arial"/>
                <a:cs typeface="Arial"/>
              </a:rPr>
              <a:t>r</a:t>
            </a:r>
            <a:r>
              <a:rPr sz="3000" dirty="0">
                <a:solidFill>
                  <a:srgbClr val="FF0000"/>
                </a:solidFill>
                <a:latin typeface="Arial"/>
                <a:cs typeface="Arial"/>
              </a:rPr>
              <a:t>mations</a:t>
            </a:r>
            <a:r>
              <a:rPr sz="3000" dirty="0">
                <a:solidFill>
                  <a:srgbClr val="FF0000"/>
                </a:solidFill>
                <a:latin typeface="Times New Roman"/>
                <a:cs typeface="Times New Roman"/>
              </a:rPr>
              <a:t> </a:t>
            </a:r>
            <a:r>
              <a:rPr sz="3000" spc="-5" dirty="0">
                <a:solidFill>
                  <a:srgbClr val="001F5F"/>
                </a:solidFill>
                <a:latin typeface="Arial"/>
                <a:cs typeface="Arial"/>
              </a:rPr>
              <a:t>an</a:t>
            </a:r>
            <a:r>
              <a:rPr sz="3000" dirty="0">
                <a:solidFill>
                  <a:srgbClr val="001F5F"/>
                </a:solidFill>
                <a:latin typeface="Arial"/>
                <a:cs typeface="Arial"/>
              </a:rPr>
              <a:t>d</a:t>
            </a:r>
            <a:r>
              <a:rPr sz="3000" spc="65" dirty="0">
                <a:solidFill>
                  <a:srgbClr val="001F5F"/>
                </a:solidFill>
                <a:latin typeface="Times New Roman"/>
                <a:cs typeface="Times New Roman"/>
              </a:rPr>
              <a:t> </a:t>
            </a:r>
            <a:r>
              <a:rPr sz="3000" dirty="0">
                <a:solidFill>
                  <a:srgbClr val="FF0000"/>
                </a:solidFill>
                <a:latin typeface="Arial"/>
                <a:cs typeface="Arial"/>
              </a:rPr>
              <a:t>consumption</a:t>
            </a:r>
            <a:r>
              <a:rPr sz="3000" spc="60" dirty="0">
                <a:solidFill>
                  <a:srgbClr val="FF0000"/>
                </a:solidFill>
                <a:latin typeface="Times New Roman"/>
                <a:cs typeface="Times New Roman"/>
              </a:rPr>
              <a:t> </a:t>
            </a:r>
            <a:r>
              <a:rPr sz="3000" spc="-5" dirty="0">
                <a:solidFill>
                  <a:srgbClr val="001F5F"/>
                </a:solidFill>
                <a:latin typeface="Arial"/>
                <a:cs typeface="Arial"/>
              </a:rPr>
              <a:t>i</a:t>
            </a:r>
            <a:r>
              <a:rPr sz="3000" dirty="0">
                <a:solidFill>
                  <a:srgbClr val="001F5F"/>
                </a:solidFill>
                <a:latin typeface="Arial"/>
                <a:cs typeface="Arial"/>
              </a:rPr>
              <a:t>n</a:t>
            </a:r>
            <a:r>
              <a:rPr sz="3000" spc="70" dirty="0">
                <a:solidFill>
                  <a:srgbClr val="001F5F"/>
                </a:solidFill>
                <a:latin typeface="Times New Roman"/>
                <a:cs typeface="Times New Roman"/>
              </a:rPr>
              <a:t> </a:t>
            </a:r>
            <a:r>
              <a:rPr sz="3000" dirty="0">
                <a:solidFill>
                  <a:srgbClr val="001F5F"/>
                </a:solidFill>
                <a:latin typeface="Arial"/>
                <a:cs typeface="Arial"/>
              </a:rPr>
              <a:t>a</a:t>
            </a:r>
            <a:r>
              <a:rPr sz="3000" spc="80" dirty="0">
                <a:solidFill>
                  <a:srgbClr val="001F5F"/>
                </a:solidFill>
                <a:latin typeface="Times New Roman"/>
                <a:cs typeface="Times New Roman"/>
              </a:rPr>
              <a:t> </a:t>
            </a:r>
            <a:r>
              <a:rPr sz="3000" spc="-20" dirty="0">
                <a:solidFill>
                  <a:srgbClr val="001F5F"/>
                </a:solidFill>
                <a:latin typeface="Arial"/>
                <a:cs typeface="Arial"/>
              </a:rPr>
              <a:t>system</a:t>
            </a:r>
            <a:endParaRPr sz="3000" dirty="0">
              <a:latin typeface="Arial"/>
              <a:cs typeface="Arial"/>
            </a:endParaRPr>
          </a:p>
        </p:txBody>
      </p:sp>
      <p:sp>
        <p:nvSpPr>
          <p:cNvPr id="7" name="object 7"/>
          <p:cNvSpPr txBox="1">
            <a:spLocks noGrp="1"/>
          </p:cNvSpPr>
          <p:nvPr>
            <p:ph type="title"/>
          </p:nvPr>
        </p:nvSpPr>
        <p:spPr>
          <a:xfrm>
            <a:off x="2621280" y="998696"/>
            <a:ext cx="10058400" cy="738664"/>
          </a:xfrm>
          <a:prstGeom prst="rect">
            <a:avLst/>
          </a:prstGeom>
        </p:spPr>
        <p:txBody>
          <a:bodyPr vert="horz" wrap="square" lIns="0" tIns="0" rIns="0" bIns="0" rtlCol="0" anchor="b">
            <a:spAutoFit/>
          </a:bodyPr>
          <a:lstStyle/>
          <a:p>
            <a:pPr marL="393700">
              <a:lnSpc>
                <a:spcPct val="100000"/>
              </a:lnSpc>
            </a:pPr>
            <a:r>
              <a:rPr spc="-30" dirty="0">
                <a:latin typeface="Arial"/>
                <a:cs typeface="Arial"/>
              </a:rPr>
              <a:t>Dat</a:t>
            </a:r>
            <a:r>
              <a:rPr spc="-25" dirty="0">
                <a:latin typeface="Arial"/>
                <a:cs typeface="Arial"/>
              </a:rPr>
              <a:t>a</a:t>
            </a:r>
            <a:r>
              <a:rPr spc="120" dirty="0">
                <a:latin typeface="Times New Roman"/>
                <a:cs typeface="Times New Roman"/>
              </a:rPr>
              <a:t> </a:t>
            </a:r>
            <a:r>
              <a:rPr spc="-25" dirty="0">
                <a:latin typeface="Arial"/>
                <a:cs typeface="Arial"/>
              </a:rPr>
              <a:t>Flow</a:t>
            </a:r>
            <a:r>
              <a:rPr spc="105" dirty="0">
                <a:latin typeface="Times New Roman"/>
                <a:cs typeface="Times New Roman"/>
              </a:rPr>
              <a:t> </a:t>
            </a:r>
            <a:r>
              <a:rPr spc="-25" dirty="0">
                <a:latin typeface="Arial"/>
                <a:cs typeface="Arial"/>
              </a:rPr>
              <a:t>Model</a:t>
            </a:r>
          </a:p>
        </p:txBody>
      </p:sp>
    </p:spTree>
    <p:extLst>
      <p:ext uri="{BB962C8B-B14F-4D97-AF65-F5344CB8AC3E}">
        <p14:creationId xmlns:p14="http://schemas.microsoft.com/office/powerpoint/2010/main" val="1603980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94708" y="228600"/>
            <a:ext cx="6347713" cy="1320800"/>
          </a:xfrm>
        </p:spPr>
        <p:txBody>
          <a:bodyPr>
            <a:normAutofit/>
          </a:bodyPr>
          <a:lstStyle/>
          <a:p>
            <a:r>
              <a:rPr lang="en-US" dirty="0"/>
              <a:t>DFD Symbols</a:t>
            </a:r>
          </a:p>
        </p:txBody>
      </p:sp>
      <p:pic>
        <p:nvPicPr>
          <p:cNvPr id="5"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3930" y="1868556"/>
            <a:ext cx="6838122" cy="4383157"/>
          </a:xfrm>
          <a:prstGeom prst="rect">
            <a:avLst/>
          </a:prstGeom>
        </p:spPr>
      </p:pic>
      <p:sp>
        <p:nvSpPr>
          <p:cNvPr id="6" name="Slide Number Placeholder 5"/>
          <p:cNvSpPr>
            <a:spLocks noGrp="1"/>
          </p:cNvSpPr>
          <p:nvPr>
            <p:ph type="sldNum" sz="quarter" idx="12"/>
          </p:nvPr>
        </p:nvSpPr>
        <p:spPr/>
        <p:txBody>
          <a:bodyPr/>
          <a:lstStyle/>
          <a:p>
            <a:fld id="{CFB1198C-D869-48F2-8349-474C495BD70C}" type="slidenum">
              <a:rPr lang="en-US" smtClean="0"/>
              <a:t>3</a:t>
            </a:fld>
            <a:endParaRPr lang="en-US"/>
          </a:p>
        </p:txBody>
      </p:sp>
    </p:spTree>
    <p:extLst>
      <p:ext uri="{BB962C8B-B14F-4D97-AF65-F5344CB8AC3E}">
        <p14:creationId xmlns:p14="http://schemas.microsoft.com/office/powerpoint/2010/main" val="2720555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Process</a:t>
            </a:r>
          </a:p>
        </p:txBody>
      </p:sp>
      <p:sp>
        <p:nvSpPr>
          <p:cNvPr id="2" name="Content Placeholder 1"/>
          <p:cNvSpPr>
            <a:spLocks noGrp="1"/>
          </p:cNvSpPr>
          <p:nvPr>
            <p:ph idx="1"/>
          </p:nvPr>
        </p:nvSpPr>
        <p:spPr>
          <a:xfrm>
            <a:off x="1192655" y="1533053"/>
            <a:ext cx="8229600" cy="4690872"/>
          </a:xfrm>
        </p:spPr>
        <p:txBody>
          <a:bodyPr>
            <a:normAutofit/>
          </a:bodyPr>
          <a:lstStyle/>
          <a:p>
            <a:pPr lvl="1"/>
            <a:endParaRPr lang="en-US" dirty="0">
              <a:solidFill>
                <a:srgbClr val="00B0F0"/>
              </a:solidFill>
            </a:endParaRPr>
          </a:p>
          <a:p>
            <a:pPr lvl="1"/>
            <a:endParaRPr lang="en-US" dirty="0">
              <a:solidFill>
                <a:srgbClr val="00B0F0"/>
              </a:solidFill>
            </a:endParaRPr>
          </a:p>
          <a:p>
            <a:pPr lvl="1"/>
            <a:endParaRPr lang="en-US" dirty="0">
              <a:solidFill>
                <a:srgbClr val="00B0F0"/>
              </a:solidFill>
            </a:endParaRPr>
          </a:p>
          <a:p>
            <a:pPr marL="393192" lvl="1" indent="0">
              <a:buNone/>
            </a:pPr>
            <a:endParaRPr lang="en-US" dirty="0">
              <a:solidFill>
                <a:srgbClr val="00B0F0"/>
              </a:solidFill>
            </a:endParaRPr>
          </a:p>
          <a:p>
            <a:pPr>
              <a:lnSpc>
                <a:spcPct val="90000"/>
              </a:lnSpc>
            </a:pPr>
            <a:endParaRPr lang="en-US" altLang="en-US" sz="2800" dirty="0">
              <a:latin typeface="Times New Roman" pitchFamily="18" charset="0"/>
              <a:cs typeface="Times New Roman" pitchFamily="18" charset="0"/>
            </a:endParaRPr>
          </a:p>
          <a:p>
            <a:pPr lvl="1">
              <a:lnSpc>
                <a:spcPct val="90000"/>
              </a:lnSpc>
            </a:pPr>
            <a:r>
              <a:rPr lang="en-US" altLang="en-US" sz="2800" dirty="0">
                <a:latin typeface="Times New Roman" pitchFamily="18" charset="0"/>
                <a:cs typeface="Times New Roman" pitchFamily="18" charset="0"/>
              </a:rPr>
              <a:t>The work or actions performed on data so that they are transformed, stored, or distributed.</a:t>
            </a:r>
          </a:p>
          <a:p>
            <a:pPr marL="457200" lvl="1" indent="0">
              <a:buNone/>
            </a:pPr>
            <a:endParaRPr lang="en-US" altLang="en-US" sz="2800" dirty="0">
              <a:latin typeface="Times New Roman" pitchFamily="18" charset="0"/>
              <a:cs typeface="Times New Roman" pitchFamily="18" charset="0"/>
            </a:endParaRPr>
          </a:p>
          <a:p>
            <a:pPr lvl="1">
              <a:lnSpc>
                <a:spcPct val="90000"/>
              </a:lnSpc>
            </a:pPr>
            <a:r>
              <a:rPr lang="en-US" sz="2800" dirty="0">
                <a:latin typeface="Times New Roman" pitchFamily="18" charset="0"/>
                <a:cs typeface="Times New Roman" pitchFamily="18" charset="0"/>
              </a:rPr>
              <a:t>Process labels should be </a:t>
            </a:r>
            <a:r>
              <a:rPr lang="en-US" sz="2800" b="1" dirty="0">
                <a:latin typeface="Times New Roman" pitchFamily="18" charset="0"/>
                <a:cs typeface="Times New Roman" pitchFamily="18" charset="0"/>
              </a:rPr>
              <a:t>verb phrases!</a:t>
            </a:r>
          </a:p>
          <a:p>
            <a:pPr lvl="1"/>
            <a:endParaRPr lang="en-US" dirty="0">
              <a:solidFill>
                <a:srgbClr val="00B0F0"/>
              </a:solidFill>
            </a:endParaRPr>
          </a:p>
        </p:txBody>
      </p:sp>
      <p:sp>
        <p:nvSpPr>
          <p:cNvPr id="4" name="Slide Number Placeholder 3"/>
          <p:cNvSpPr>
            <a:spLocks noGrp="1"/>
          </p:cNvSpPr>
          <p:nvPr>
            <p:ph type="sldNum" sz="quarter" idx="12"/>
          </p:nvPr>
        </p:nvSpPr>
        <p:spPr/>
        <p:txBody>
          <a:bodyPr/>
          <a:lstStyle/>
          <a:p>
            <a:fld id="{CFB1198C-D869-48F2-8349-474C495BD70C}" type="slidenum">
              <a:rPr lang="en-US" smtClean="0"/>
              <a:t>4</a:t>
            </a:fld>
            <a:endParaRPr lang="en-US"/>
          </a:p>
        </p:txBody>
      </p:sp>
      <p:pic>
        <p:nvPicPr>
          <p:cNvPr id="6"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614009" y="1268414"/>
            <a:ext cx="1908175" cy="1908175"/>
          </a:xfrm>
          <a:prstGeom prst="rect">
            <a:avLst/>
          </a:prstGeom>
          <a:noFill/>
        </p:spPr>
      </p:pic>
      <p:pic>
        <p:nvPicPr>
          <p:cNvPr id="7"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587665" y="1901941"/>
            <a:ext cx="2576512" cy="569913"/>
          </a:xfrm>
          <a:prstGeom prst="rect">
            <a:avLst/>
          </a:prstGeom>
          <a:noFill/>
        </p:spPr>
      </p:pic>
      <p:pic>
        <p:nvPicPr>
          <p:cNvPr id="8"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3703" y="1930401"/>
            <a:ext cx="20161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p:cNvSpPr/>
          <p:nvPr/>
        </p:nvSpPr>
        <p:spPr>
          <a:xfrm>
            <a:off x="4996595" y="2186896"/>
            <a:ext cx="1143000" cy="256378"/>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335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0" y="2753956"/>
            <a:ext cx="8229600" cy="4279253"/>
          </a:xfrm>
        </p:spPr>
        <p:txBody>
          <a:bodyPr>
            <a:normAutofit/>
          </a:bodyPr>
          <a:lstStyle/>
          <a:p>
            <a:pPr lvl="1"/>
            <a:endParaRPr lang="en-US" dirty="0">
              <a:solidFill>
                <a:srgbClr val="00B0F0"/>
              </a:solidFill>
            </a:endParaRPr>
          </a:p>
          <a:p>
            <a:pPr marL="457200" lvl="1" indent="0">
              <a:buNone/>
            </a:pPr>
            <a:endParaRPr lang="en-US" dirty="0">
              <a:solidFill>
                <a:srgbClr val="00B0F0"/>
              </a:solidFill>
            </a:endParaRPr>
          </a:p>
          <a:p>
            <a:pPr lvl="1">
              <a:lnSpc>
                <a:spcPct val="90000"/>
              </a:lnSpc>
            </a:pPr>
            <a:r>
              <a:rPr lang="en-US" sz="2800" dirty="0">
                <a:latin typeface="Times New Roman" pitchFamily="18" charset="0"/>
                <a:cs typeface="Times New Roman" pitchFamily="18" charset="0"/>
              </a:rPr>
              <a:t>A path for data to move from one part of the system to another.</a:t>
            </a:r>
          </a:p>
          <a:p>
            <a:pPr lvl="1">
              <a:lnSpc>
                <a:spcPct val="90000"/>
              </a:lnSpc>
            </a:pPr>
            <a:r>
              <a:rPr lang="en-US" sz="2800" dirty="0">
                <a:latin typeface="Times New Roman" pitchFamily="18" charset="0"/>
                <a:cs typeface="Times New Roman" pitchFamily="18" charset="0"/>
              </a:rPr>
              <a:t>Data in motion!</a:t>
            </a:r>
          </a:p>
          <a:p>
            <a:pPr lvl="2">
              <a:lnSpc>
                <a:spcPct val="90000"/>
              </a:lnSpc>
            </a:pPr>
            <a:r>
              <a:rPr lang="en-US" altLang="en-US" sz="2600" dirty="0">
                <a:latin typeface="Times New Roman" pitchFamily="18" charset="0"/>
                <a:cs typeface="Times New Roman" pitchFamily="18" charset="0"/>
              </a:rPr>
              <a:t>Arrows depict the movement of data.</a:t>
            </a:r>
            <a:endParaRPr lang="en-US" sz="2800" dirty="0">
              <a:latin typeface="Times New Roman" pitchFamily="18" charset="0"/>
              <a:cs typeface="Times New Roman" pitchFamily="18" charset="0"/>
            </a:endParaRPr>
          </a:p>
          <a:p>
            <a:pPr lvl="1">
              <a:lnSpc>
                <a:spcPct val="90000"/>
              </a:lnSpc>
            </a:pPr>
            <a:r>
              <a:rPr lang="en-US" altLang="en-US" sz="2800" b="1" dirty="0">
                <a:latin typeface="Times New Roman" pitchFamily="18" charset="0"/>
                <a:cs typeface="Times New Roman" pitchFamily="18" charset="0"/>
              </a:rPr>
              <a:t>NO VERBS</a:t>
            </a:r>
          </a:p>
          <a:p>
            <a:pPr lvl="1"/>
            <a:endParaRPr lang="en-US" dirty="0">
              <a:solidFill>
                <a:srgbClr val="00B0F0"/>
              </a:solidFill>
            </a:endParaRPr>
          </a:p>
          <a:p>
            <a:pPr marL="393192" lvl="1" indent="0">
              <a:buNone/>
            </a:pPr>
            <a:endParaRPr lang="en-US" dirty="0">
              <a:solidFill>
                <a:srgbClr val="00B0F0"/>
              </a:solidFill>
            </a:endParaRPr>
          </a:p>
          <a:p>
            <a:pPr>
              <a:lnSpc>
                <a:spcPct val="90000"/>
              </a:lnSpc>
            </a:pPr>
            <a:endParaRPr lang="en-US" altLang="en-US" sz="2800" dirty="0">
              <a:latin typeface="Times New Roman" pitchFamily="18" charset="0"/>
              <a:cs typeface="Times New Roman" pitchFamily="18" charset="0"/>
            </a:endParaRPr>
          </a:p>
          <a:p>
            <a:pPr lvl="1"/>
            <a:endParaRPr lang="en-US" dirty="0">
              <a:solidFill>
                <a:srgbClr val="00B0F0"/>
              </a:solidFill>
            </a:endParaRPr>
          </a:p>
        </p:txBody>
      </p:sp>
      <p:sp>
        <p:nvSpPr>
          <p:cNvPr id="4" name="Slide Number Placeholder 3"/>
          <p:cNvSpPr>
            <a:spLocks noGrp="1"/>
          </p:cNvSpPr>
          <p:nvPr>
            <p:ph type="sldNum" sz="quarter" idx="12"/>
          </p:nvPr>
        </p:nvSpPr>
        <p:spPr/>
        <p:txBody>
          <a:bodyPr/>
          <a:lstStyle/>
          <a:p>
            <a:fld id="{CFB1198C-D869-48F2-8349-474C495BD70C}" type="slidenum">
              <a:rPr lang="en-US" smtClean="0"/>
              <a:t>5</a:t>
            </a:fld>
            <a:endParaRPr lang="en-US"/>
          </a:p>
        </p:txBody>
      </p:sp>
      <p:pic>
        <p:nvPicPr>
          <p:cNvPr id="11"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1" y="1293911"/>
            <a:ext cx="187166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530" y="1930400"/>
            <a:ext cx="2290762"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687" y="1837630"/>
            <a:ext cx="18002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8688" y="2295793"/>
            <a:ext cx="18002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p:txBody>
          <a:bodyPr>
            <a:normAutofit/>
          </a:bodyPr>
          <a:lstStyle/>
          <a:p>
            <a:r>
              <a:rPr lang="en-US" dirty="0"/>
              <a:t>Data Flow</a:t>
            </a:r>
          </a:p>
        </p:txBody>
      </p:sp>
    </p:spTree>
    <p:extLst>
      <p:ext uri="{BB962C8B-B14F-4D97-AF65-F5344CB8AC3E}">
        <p14:creationId xmlns:p14="http://schemas.microsoft.com/office/powerpoint/2010/main" val="127426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latin typeface="Times New Roman" pitchFamily="18" charset="0"/>
                <a:cs typeface="Times New Roman" pitchFamily="18" charset="0"/>
              </a:rPr>
              <a:t>Data Store</a:t>
            </a:r>
          </a:p>
        </p:txBody>
      </p:sp>
      <p:sp>
        <p:nvSpPr>
          <p:cNvPr id="2" name="Content Placeholder 1"/>
          <p:cNvSpPr>
            <a:spLocks noGrp="1"/>
          </p:cNvSpPr>
          <p:nvPr>
            <p:ph idx="1"/>
          </p:nvPr>
        </p:nvSpPr>
        <p:spPr>
          <a:xfrm>
            <a:off x="1524000" y="1715616"/>
            <a:ext cx="8229600" cy="4690872"/>
          </a:xfrm>
        </p:spPr>
        <p:txBody>
          <a:bodyPr>
            <a:normAutofit/>
          </a:bodyPr>
          <a:lstStyle/>
          <a:p>
            <a:pPr lvl="1"/>
            <a:endParaRPr lang="en-US" dirty="0">
              <a:solidFill>
                <a:srgbClr val="00B0F0"/>
              </a:solidFill>
            </a:endParaRPr>
          </a:p>
          <a:p>
            <a:pPr lvl="1"/>
            <a:endParaRPr lang="en-US" dirty="0">
              <a:solidFill>
                <a:srgbClr val="00B0F0"/>
              </a:solidFill>
            </a:endParaRPr>
          </a:p>
          <a:p>
            <a:pPr lvl="1"/>
            <a:endParaRPr lang="en-US" dirty="0">
              <a:solidFill>
                <a:srgbClr val="00B0F0"/>
              </a:solidFill>
            </a:endParaRPr>
          </a:p>
          <a:p>
            <a:pPr lvl="1"/>
            <a:endParaRPr lang="en-US" dirty="0">
              <a:solidFill>
                <a:srgbClr val="00B0F0"/>
              </a:solidFill>
            </a:endParaRPr>
          </a:p>
          <a:p>
            <a:pPr lvl="1"/>
            <a:r>
              <a:rPr lang="en-US" sz="2800" dirty="0">
                <a:latin typeface="Times New Roman" pitchFamily="18" charset="0"/>
                <a:cs typeface="Times New Roman" pitchFamily="18" charset="0"/>
              </a:rPr>
              <a:t>Used in a DFD to represent data that the system stores</a:t>
            </a:r>
          </a:p>
          <a:p>
            <a:pPr lvl="1"/>
            <a:r>
              <a:rPr lang="en-US" sz="2800" dirty="0">
                <a:latin typeface="Times New Roman" pitchFamily="18" charset="0"/>
                <a:cs typeface="Times New Roman" pitchFamily="18" charset="0"/>
              </a:rPr>
              <a:t>Data at rest!</a:t>
            </a:r>
          </a:p>
          <a:p>
            <a:pPr lvl="1"/>
            <a:r>
              <a:rPr lang="en-US" sz="2800" dirty="0">
                <a:latin typeface="Times New Roman" pitchFamily="18" charset="0"/>
                <a:cs typeface="Times New Roman" pitchFamily="18" charset="0"/>
              </a:rPr>
              <a:t>Labels should be noun phrases</a:t>
            </a:r>
          </a:p>
          <a:p>
            <a:pPr lvl="2"/>
            <a:r>
              <a:rPr lang="en-US" sz="2600" dirty="0">
                <a:latin typeface="Times New Roman" pitchFamily="18" charset="0"/>
                <a:cs typeface="Times New Roman" pitchFamily="18" charset="0"/>
              </a:rPr>
              <a:t> </a:t>
            </a:r>
            <a:r>
              <a:rPr lang="en-US" sz="2600" b="1" dirty="0">
                <a:latin typeface="Times New Roman" pitchFamily="18" charset="0"/>
                <a:cs typeface="Times New Roman" pitchFamily="18" charset="0"/>
              </a:rPr>
              <a:t>(NO VERBS)</a:t>
            </a:r>
          </a:p>
          <a:p>
            <a:pPr lvl="1"/>
            <a:endParaRPr lang="en-US" dirty="0">
              <a:solidFill>
                <a:srgbClr val="00B0F0"/>
              </a:solidFill>
            </a:endParaRPr>
          </a:p>
          <a:p>
            <a:pPr marL="393192" lvl="1" indent="0">
              <a:buNone/>
            </a:pPr>
            <a:endParaRPr lang="en-US" dirty="0">
              <a:solidFill>
                <a:srgbClr val="00B0F0"/>
              </a:solidFill>
            </a:endParaRPr>
          </a:p>
          <a:p>
            <a:pPr>
              <a:lnSpc>
                <a:spcPct val="90000"/>
              </a:lnSpc>
            </a:pPr>
            <a:endParaRPr lang="en-US" altLang="en-US" sz="2800" dirty="0">
              <a:latin typeface="Times New Roman" pitchFamily="18" charset="0"/>
              <a:cs typeface="Times New Roman" pitchFamily="18" charset="0"/>
            </a:endParaRPr>
          </a:p>
          <a:p>
            <a:pPr lvl="1"/>
            <a:endParaRPr lang="en-US" dirty="0">
              <a:solidFill>
                <a:srgbClr val="00B0F0"/>
              </a:solidFill>
            </a:endParaRPr>
          </a:p>
        </p:txBody>
      </p:sp>
      <p:sp>
        <p:nvSpPr>
          <p:cNvPr id="4" name="Slide Number Placeholder 3"/>
          <p:cNvSpPr>
            <a:spLocks noGrp="1"/>
          </p:cNvSpPr>
          <p:nvPr>
            <p:ph type="sldNum" sz="quarter" idx="12"/>
          </p:nvPr>
        </p:nvSpPr>
        <p:spPr/>
        <p:txBody>
          <a:bodyPr/>
          <a:lstStyle/>
          <a:p>
            <a:fld id="{CFB1198C-D869-48F2-8349-474C495BD70C}" type="slidenum">
              <a:rPr lang="en-US" smtClean="0"/>
              <a:t>6</a:t>
            </a:fld>
            <a:endParaRPr lang="en-US"/>
          </a:p>
        </p:txBody>
      </p:sp>
      <p:pic>
        <p:nvPicPr>
          <p:cNvPr id="15"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275137" y="1938131"/>
            <a:ext cx="2727325" cy="954087"/>
          </a:xfrm>
          <a:prstGeom prst="rect">
            <a:avLst/>
          </a:prstGeom>
          <a:noFill/>
        </p:spPr>
      </p:pic>
    </p:spTree>
    <p:extLst>
      <p:ext uri="{BB962C8B-B14F-4D97-AF65-F5344CB8AC3E}">
        <p14:creationId xmlns:p14="http://schemas.microsoft.com/office/powerpoint/2010/main" val="1709967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85925" y="573087"/>
            <a:ext cx="6858001" cy="1320800"/>
          </a:xfrm>
        </p:spPr>
        <p:txBody>
          <a:bodyPr>
            <a:normAutofit fontScale="90000"/>
          </a:bodyPr>
          <a:lstStyle/>
          <a:p>
            <a:r>
              <a:rPr lang="en-US" dirty="0"/>
              <a:t>External Entity aka Source/Sink</a:t>
            </a:r>
          </a:p>
        </p:txBody>
      </p:sp>
      <p:sp>
        <p:nvSpPr>
          <p:cNvPr id="2" name="Content Placeholder 1"/>
          <p:cNvSpPr>
            <a:spLocks noGrp="1"/>
          </p:cNvSpPr>
          <p:nvPr>
            <p:ph idx="1"/>
          </p:nvPr>
        </p:nvSpPr>
        <p:spPr>
          <a:xfrm>
            <a:off x="1981200" y="2075840"/>
            <a:ext cx="8229600" cy="4782160"/>
          </a:xfrm>
        </p:spPr>
        <p:txBody>
          <a:bodyPr>
            <a:normAutofit/>
          </a:bodyPr>
          <a:lstStyle/>
          <a:p>
            <a:pPr marL="0" indent="0">
              <a:buNone/>
            </a:pPr>
            <a:endParaRPr lang="en-US" dirty="0">
              <a:solidFill>
                <a:srgbClr val="00B0F0"/>
              </a:solidFill>
            </a:endParaRPr>
          </a:p>
          <a:p>
            <a:pPr marL="0" indent="0">
              <a:buNone/>
            </a:pPr>
            <a:endParaRPr lang="en-US" dirty="0">
              <a:solidFill>
                <a:srgbClr val="00B0F0"/>
              </a:solidFill>
            </a:endParaRPr>
          </a:p>
          <a:p>
            <a:pPr lvl="1"/>
            <a:endParaRPr lang="en-US" dirty="0">
              <a:solidFill>
                <a:srgbClr val="00B0F0"/>
              </a:solidFill>
            </a:endParaRPr>
          </a:p>
          <a:p>
            <a:pPr lvl="1"/>
            <a:endParaRPr lang="en-US" dirty="0">
              <a:solidFill>
                <a:srgbClr val="00B0F0"/>
              </a:solidFill>
            </a:endParaRPr>
          </a:p>
          <a:p>
            <a:pPr lvl="1">
              <a:lnSpc>
                <a:spcPct val="80000"/>
              </a:lnSpc>
            </a:pPr>
            <a:r>
              <a:rPr lang="en-US" altLang="en-US" sz="2800" dirty="0">
                <a:latin typeface="Times New Roman" pitchFamily="18" charset="0"/>
                <a:cs typeface="Times New Roman" pitchFamily="18" charset="0"/>
              </a:rPr>
              <a:t>The origin or destination of data!</a:t>
            </a:r>
          </a:p>
          <a:p>
            <a:pPr lvl="2">
              <a:lnSpc>
                <a:spcPct val="80000"/>
              </a:lnSpc>
            </a:pPr>
            <a:r>
              <a:rPr lang="en-US" altLang="en-US" sz="2600" dirty="0">
                <a:latin typeface="Times New Roman" pitchFamily="18" charset="0"/>
                <a:cs typeface="Times New Roman" pitchFamily="18" charset="0"/>
              </a:rPr>
              <a:t>This </a:t>
            </a:r>
            <a:r>
              <a:rPr lang="en-US" altLang="en-US" sz="2400" dirty="0">
                <a:latin typeface="Times New Roman" pitchFamily="18" charset="0"/>
                <a:cs typeface="Times New Roman" pitchFamily="18" charset="0"/>
              </a:rPr>
              <a:t>represents things outside of the system, </a:t>
            </a:r>
            <a:r>
              <a:rPr lang="en-GB" sz="2400" dirty="0">
                <a:latin typeface="Times New Roman" pitchFamily="18" charset="0"/>
                <a:cs typeface="Times New Roman" pitchFamily="18" charset="0"/>
              </a:rPr>
              <a:t>Can be a person, a company or another system</a:t>
            </a:r>
            <a:r>
              <a:rPr lang="en-GB" sz="2400" dirty="0">
                <a:latin typeface="+mj-lt"/>
              </a:rPr>
              <a:t>.</a:t>
            </a:r>
          </a:p>
          <a:p>
            <a:pPr lvl="2">
              <a:lnSpc>
                <a:spcPct val="80000"/>
              </a:lnSpc>
            </a:pPr>
            <a:endParaRPr lang="en-US" altLang="en-US" sz="2600" dirty="0">
              <a:latin typeface="Times New Roman" pitchFamily="18" charset="0"/>
              <a:cs typeface="Times New Roman" pitchFamily="18" charset="0"/>
            </a:endParaRPr>
          </a:p>
          <a:p>
            <a:pPr lvl="1">
              <a:lnSpc>
                <a:spcPct val="80000"/>
              </a:lnSpc>
            </a:pPr>
            <a:r>
              <a:rPr lang="en-US" altLang="en-US" sz="2800" dirty="0">
                <a:latin typeface="Times New Roman" pitchFamily="18" charset="0"/>
                <a:cs typeface="Times New Roman" pitchFamily="18" charset="0"/>
              </a:rPr>
              <a:t>Source – Entity that supplies data to the system.</a:t>
            </a:r>
          </a:p>
          <a:p>
            <a:pPr lvl="1">
              <a:lnSpc>
                <a:spcPct val="80000"/>
              </a:lnSpc>
            </a:pPr>
            <a:r>
              <a:rPr lang="en-US" altLang="en-US" sz="2800" dirty="0">
                <a:latin typeface="Times New Roman" pitchFamily="18" charset="0"/>
                <a:cs typeface="Times New Roman" pitchFamily="18" charset="0"/>
              </a:rPr>
              <a:t>Sink – Entity that receives data from the system.</a:t>
            </a:r>
          </a:p>
          <a:p>
            <a:pPr lvl="1"/>
            <a:r>
              <a:rPr lang="en-US" sz="2800" dirty="0">
                <a:latin typeface="Times New Roman" pitchFamily="18" charset="0"/>
                <a:cs typeface="Times New Roman" pitchFamily="18" charset="0"/>
              </a:rPr>
              <a:t>The labels should be noun phrases!</a:t>
            </a:r>
          </a:p>
          <a:p>
            <a:pPr lvl="1"/>
            <a:endParaRPr lang="en-US" dirty="0">
              <a:solidFill>
                <a:srgbClr val="00B0F0"/>
              </a:solidFill>
            </a:endParaRPr>
          </a:p>
          <a:p>
            <a:pPr marL="393192" lvl="1" indent="0">
              <a:buNone/>
            </a:pPr>
            <a:endParaRPr lang="en-US" dirty="0">
              <a:solidFill>
                <a:srgbClr val="00B0F0"/>
              </a:solidFill>
            </a:endParaRPr>
          </a:p>
          <a:p>
            <a:pPr>
              <a:lnSpc>
                <a:spcPct val="90000"/>
              </a:lnSpc>
            </a:pPr>
            <a:endParaRPr lang="en-US" altLang="en-US" sz="2800" dirty="0">
              <a:latin typeface="Times New Roman" pitchFamily="18" charset="0"/>
              <a:cs typeface="Times New Roman" pitchFamily="18" charset="0"/>
            </a:endParaRPr>
          </a:p>
          <a:p>
            <a:pPr lvl="1"/>
            <a:endParaRPr lang="en-US" dirty="0">
              <a:solidFill>
                <a:srgbClr val="00B0F0"/>
              </a:solidFill>
            </a:endParaRPr>
          </a:p>
        </p:txBody>
      </p:sp>
      <p:sp>
        <p:nvSpPr>
          <p:cNvPr id="4" name="Slide Number Placeholder 3"/>
          <p:cNvSpPr>
            <a:spLocks noGrp="1"/>
          </p:cNvSpPr>
          <p:nvPr>
            <p:ph type="sldNum" sz="quarter" idx="12"/>
          </p:nvPr>
        </p:nvSpPr>
        <p:spPr/>
        <p:txBody>
          <a:bodyPr/>
          <a:lstStyle/>
          <a:p>
            <a:fld id="{CFB1198C-D869-48F2-8349-474C495BD70C}" type="slidenum">
              <a:rPr lang="en-US" smtClean="0"/>
              <a:t>7</a:t>
            </a:fld>
            <a:endParaRPr lang="en-US"/>
          </a:p>
        </p:txBody>
      </p:sp>
      <p:pic>
        <p:nvPicPr>
          <p:cNvPr id="5"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37898" y="2384245"/>
            <a:ext cx="1508125" cy="669268"/>
          </a:xfrm>
          <a:prstGeom prst="rect">
            <a:avLst/>
          </a:prstGeom>
          <a:noFill/>
        </p:spPr>
      </p:pic>
      <p:pic>
        <p:nvPicPr>
          <p:cNvPr id="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163721" y="1704932"/>
            <a:ext cx="1800225" cy="1800225"/>
          </a:xfrm>
          <a:prstGeom prst="rect">
            <a:avLst/>
          </a:prstGeom>
          <a:noFill/>
        </p:spPr>
      </p:pic>
      <p:pic>
        <p:nvPicPr>
          <p:cNvPr id="7"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2914" y="2052594"/>
            <a:ext cx="25193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2730" y="2601869"/>
            <a:ext cx="1893518"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7998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itchFamily="18" charset="0"/>
                <a:cs typeface="Times New Roman" pitchFamily="18" charset="0"/>
              </a:rPr>
              <a:t>General DFD Rules</a:t>
            </a:r>
          </a:p>
        </p:txBody>
      </p:sp>
      <p:sp>
        <p:nvSpPr>
          <p:cNvPr id="14" name="Slide Number Placeholder 13"/>
          <p:cNvSpPr>
            <a:spLocks noGrp="1"/>
          </p:cNvSpPr>
          <p:nvPr>
            <p:ph type="sldNum" sz="quarter" idx="12"/>
          </p:nvPr>
        </p:nvSpPr>
        <p:spPr/>
        <p:txBody>
          <a:bodyPr/>
          <a:lstStyle/>
          <a:p>
            <a:fld id="{CFB1198C-D869-48F2-8349-474C495BD70C}" type="slidenum">
              <a:rPr lang="en-US" smtClean="0"/>
              <a:t>8</a:t>
            </a:fld>
            <a:endParaRPr lang="en-US"/>
          </a:p>
        </p:txBody>
      </p:sp>
      <p:sp>
        <p:nvSpPr>
          <p:cNvPr id="5" name="Text Box 5"/>
          <p:cNvSpPr txBox="1">
            <a:spLocks noChangeArrowheads="1"/>
          </p:cNvSpPr>
          <p:nvPr/>
        </p:nvSpPr>
        <p:spPr bwMode="auto">
          <a:xfrm>
            <a:off x="8770938" y="1752601"/>
            <a:ext cx="7921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dirty="0"/>
              <a:t>YES</a:t>
            </a:r>
          </a:p>
        </p:txBody>
      </p:sp>
      <p:sp>
        <p:nvSpPr>
          <p:cNvPr id="6" name="Text Box 6"/>
          <p:cNvSpPr txBox="1">
            <a:spLocks noChangeArrowheads="1"/>
          </p:cNvSpPr>
          <p:nvPr/>
        </p:nvSpPr>
        <p:spPr bwMode="auto">
          <a:xfrm>
            <a:off x="9490075" y="1752601"/>
            <a:ext cx="792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charset="0"/>
              </a:defRPr>
            </a:lvl1pPr>
            <a:lvl2pPr marL="742950" indent="-285750">
              <a:defRPr b="1">
                <a:solidFill>
                  <a:schemeClr val="tx1"/>
                </a:solidFill>
                <a:latin typeface="Arial" charset="0"/>
              </a:defRPr>
            </a:lvl2pPr>
            <a:lvl3pPr marL="1143000" indent="-228600">
              <a:defRPr b="1">
                <a:solidFill>
                  <a:schemeClr val="tx1"/>
                </a:solidFill>
                <a:latin typeface="Arial" charset="0"/>
              </a:defRPr>
            </a:lvl3pPr>
            <a:lvl4pPr marL="1600200" indent="-228600">
              <a:defRPr b="1">
                <a:solidFill>
                  <a:schemeClr val="tx1"/>
                </a:solidFill>
                <a:latin typeface="Arial" charset="0"/>
              </a:defRPr>
            </a:lvl4pPr>
            <a:lvl5pPr marL="2057400" indent="-22860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dirty="0"/>
              <a:t>NO</a:t>
            </a:r>
          </a:p>
        </p:txBody>
      </p:sp>
      <p:graphicFrame>
        <p:nvGraphicFramePr>
          <p:cNvPr id="7" name="Group 91"/>
          <p:cNvGraphicFramePr>
            <a:graphicFrameLocks noGrp="1"/>
          </p:cNvGraphicFramePr>
          <p:nvPr/>
        </p:nvGraphicFramePr>
        <p:xfrm>
          <a:off x="2362201" y="2093914"/>
          <a:ext cx="7775575" cy="3835469"/>
        </p:xfrm>
        <a:graphic>
          <a:graphicData uri="http://schemas.openxmlformats.org/drawingml/2006/table">
            <a:tbl>
              <a:tblPr/>
              <a:tblGrid>
                <a:gridCol w="6321425">
                  <a:extLst>
                    <a:ext uri="{9D8B030D-6E8A-4147-A177-3AD203B41FA5}">
                      <a16:colId xmlns:a16="http://schemas.microsoft.com/office/drawing/2014/main" val="20000"/>
                    </a:ext>
                  </a:extLst>
                </a:gridCol>
                <a:gridCol w="735012">
                  <a:extLst>
                    <a:ext uri="{9D8B030D-6E8A-4147-A177-3AD203B41FA5}">
                      <a16:colId xmlns:a16="http://schemas.microsoft.com/office/drawing/2014/main" val="20001"/>
                    </a:ext>
                  </a:extLst>
                </a:gridCol>
                <a:gridCol w="719138">
                  <a:extLst>
                    <a:ext uri="{9D8B030D-6E8A-4147-A177-3AD203B41FA5}">
                      <a16:colId xmlns:a16="http://schemas.microsoft.com/office/drawing/2014/main" val="20002"/>
                    </a:ext>
                  </a:extLst>
                </a:gridCol>
              </a:tblGrid>
              <a:tr h="51807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A process to another process</a:t>
                      </a:r>
                      <a:endParaRPr kumimoji="0" lang="en-US" sz="2000" b="0" i="0" u="none" strike="noStrike" cap="none" normalizeH="0" baseline="0" dirty="0">
                        <a:ln>
                          <a:noFill/>
                        </a:ln>
                        <a:solidFill>
                          <a:schemeClr val="tx1"/>
                        </a:solidFill>
                        <a:effectLst/>
                        <a:latin typeface="Arial"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Ravie" pitchFamily="82" charset="0"/>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346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1" i="0" u="none" strike="noStrike" cap="none" normalizeH="0" baseline="0" dirty="0">
                          <a:ln>
                            <a:noFill/>
                          </a:ln>
                          <a:solidFill>
                            <a:schemeClr val="tx1"/>
                          </a:solidFill>
                          <a:effectLst/>
                          <a:latin typeface="Arial" charset="0"/>
                        </a:rPr>
                        <a:t>A process to an external entity</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Ravie" pitchFamily="82" charset="0"/>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346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1" i="0" u="none" strike="noStrike" cap="none" normalizeH="0" baseline="0">
                          <a:ln>
                            <a:noFill/>
                          </a:ln>
                          <a:solidFill>
                            <a:schemeClr val="tx1"/>
                          </a:solidFill>
                          <a:effectLst/>
                          <a:latin typeface="Arial" charset="0"/>
                        </a:rPr>
                        <a:t>A process to a data store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Ravie" pitchFamily="82" charset="0"/>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346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1" i="0" u="none" strike="noStrike" cap="none" normalizeH="0" baseline="0" dirty="0">
                          <a:ln>
                            <a:noFill/>
                          </a:ln>
                          <a:solidFill>
                            <a:schemeClr val="tx1"/>
                          </a:solidFill>
                          <a:effectLst/>
                          <a:latin typeface="Arial" charset="0"/>
                        </a:rPr>
                        <a:t>An external entity to another external entity</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Ravie" pitchFamily="82" charset="0"/>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346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1" i="0" u="none" strike="noStrike" cap="none" normalizeH="0" baseline="0">
                          <a:ln>
                            <a:noFill/>
                          </a:ln>
                          <a:solidFill>
                            <a:schemeClr val="tx1"/>
                          </a:solidFill>
                          <a:effectLst/>
                          <a:latin typeface="Arial" charset="0"/>
                        </a:rPr>
                        <a:t>An external entity to a data store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Ravie" pitchFamily="82" charset="0"/>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346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000" b="1" i="0" u="none" strike="noStrike" cap="none" normalizeH="0" baseline="0">
                          <a:ln>
                            <a:noFill/>
                          </a:ln>
                          <a:solidFill>
                            <a:schemeClr val="tx1"/>
                          </a:solidFill>
                          <a:effectLst/>
                          <a:latin typeface="Arial" charset="0"/>
                        </a:rPr>
                        <a:t>A data store to another data store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Arial"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dirty="0">
                        <a:ln>
                          <a:noFill/>
                        </a:ln>
                        <a:solidFill>
                          <a:schemeClr val="tx1"/>
                        </a:solidFill>
                        <a:effectLst/>
                        <a:latin typeface="Ravie" pitchFamily="82" charset="0"/>
                        <a:sym typeface="Symbol" pitchFamily="18" charset="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8" name="Object 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0937" y="2184401"/>
            <a:ext cx="503238"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Object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0937" y="3408363"/>
            <a:ext cx="50323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Object 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076" y="4129088"/>
            <a:ext cx="5032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8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076" y="4776788"/>
            <a:ext cx="50323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Object 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076" y="5426076"/>
            <a:ext cx="50323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Object 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0937" y="2760663"/>
            <a:ext cx="503238"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969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621280" y="998696"/>
            <a:ext cx="10058400" cy="738664"/>
          </a:xfrm>
          <a:prstGeom prst="rect">
            <a:avLst/>
          </a:prstGeom>
        </p:spPr>
        <p:txBody>
          <a:bodyPr vert="horz" wrap="square" lIns="0" tIns="0" rIns="0" bIns="0" rtlCol="0" anchor="b">
            <a:spAutoFit/>
          </a:bodyPr>
          <a:lstStyle/>
          <a:p>
            <a:pPr marL="393700">
              <a:lnSpc>
                <a:spcPct val="100000"/>
              </a:lnSpc>
            </a:pPr>
            <a:r>
              <a:rPr spc="-15" dirty="0">
                <a:latin typeface="Arial"/>
                <a:cs typeface="Arial"/>
              </a:rPr>
              <a:t>Illegal</a:t>
            </a:r>
            <a:r>
              <a:rPr spc="114" dirty="0">
                <a:latin typeface="Times New Roman"/>
                <a:cs typeface="Times New Roman"/>
              </a:rPr>
              <a:t> </a:t>
            </a:r>
            <a:r>
              <a:rPr spc="-30" dirty="0">
                <a:latin typeface="Arial"/>
                <a:cs typeface="Arial"/>
              </a:rPr>
              <a:t>Dat</a:t>
            </a:r>
            <a:r>
              <a:rPr spc="-25" dirty="0">
                <a:latin typeface="Arial"/>
                <a:cs typeface="Arial"/>
              </a:rPr>
              <a:t>a</a:t>
            </a:r>
            <a:r>
              <a:rPr spc="110" dirty="0">
                <a:latin typeface="Times New Roman"/>
                <a:cs typeface="Times New Roman"/>
              </a:rPr>
              <a:t> </a:t>
            </a:r>
            <a:r>
              <a:rPr spc="-25" dirty="0">
                <a:latin typeface="Arial"/>
                <a:cs typeface="Arial"/>
              </a:rPr>
              <a:t>Flows</a:t>
            </a:r>
          </a:p>
        </p:txBody>
      </p:sp>
      <p:sp>
        <p:nvSpPr>
          <p:cNvPr id="7" name="object 7"/>
          <p:cNvSpPr txBox="1"/>
          <p:nvPr/>
        </p:nvSpPr>
        <p:spPr>
          <a:xfrm>
            <a:off x="2895600" y="2057401"/>
            <a:ext cx="1295400" cy="276999"/>
          </a:xfrm>
          <a:prstGeom prst="rect">
            <a:avLst/>
          </a:prstGeom>
          <a:solidFill>
            <a:srgbClr val="FFFF00"/>
          </a:solidFill>
          <a:ln w="31750">
            <a:solidFill>
              <a:srgbClr val="000000"/>
            </a:solidFill>
          </a:ln>
        </p:spPr>
        <p:txBody>
          <a:bodyPr vert="horz" wrap="square" lIns="0" tIns="0" rIns="0" bIns="0" rtlCol="0">
            <a:spAutoFit/>
          </a:bodyPr>
          <a:lstStyle/>
          <a:p>
            <a:pPr marL="275590"/>
            <a:r>
              <a:rPr dirty="0">
                <a:latin typeface="Arial"/>
                <a:cs typeface="Arial"/>
              </a:rPr>
              <a:t>P</a:t>
            </a:r>
            <a:r>
              <a:rPr spc="-10" dirty="0">
                <a:latin typeface="Arial"/>
                <a:cs typeface="Arial"/>
              </a:rPr>
              <a:t>a</a:t>
            </a:r>
            <a:r>
              <a:rPr dirty="0">
                <a:latin typeface="Arial"/>
                <a:cs typeface="Arial"/>
              </a:rPr>
              <a:t>tie</a:t>
            </a:r>
            <a:r>
              <a:rPr spc="-15" dirty="0">
                <a:latin typeface="Arial"/>
                <a:cs typeface="Arial"/>
              </a:rPr>
              <a:t>n</a:t>
            </a:r>
            <a:r>
              <a:rPr spc="-5" dirty="0">
                <a:latin typeface="Arial"/>
                <a:cs typeface="Arial"/>
              </a:rPr>
              <a:t>t</a:t>
            </a:r>
            <a:endParaRPr>
              <a:latin typeface="Arial"/>
              <a:cs typeface="Arial"/>
            </a:endParaRPr>
          </a:p>
        </p:txBody>
      </p:sp>
      <p:sp>
        <p:nvSpPr>
          <p:cNvPr id="8" name="object 8"/>
          <p:cNvSpPr txBox="1"/>
          <p:nvPr/>
        </p:nvSpPr>
        <p:spPr>
          <a:xfrm>
            <a:off x="7772400" y="2057401"/>
            <a:ext cx="1295400" cy="276999"/>
          </a:xfrm>
          <a:prstGeom prst="rect">
            <a:avLst/>
          </a:prstGeom>
          <a:solidFill>
            <a:srgbClr val="FFFF00"/>
          </a:solidFill>
          <a:ln w="31750">
            <a:solidFill>
              <a:srgbClr val="000000"/>
            </a:solidFill>
          </a:ln>
        </p:spPr>
        <p:txBody>
          <a:bodyPr vert="horz" wrap="square" lIns="0" tIns="0" rIns="0" bIns="0" rtlCol="0">
            <a:spAutoFit/>
          </a:bodyPr>
          <a:lstStyle/>
          <a:p>
            <a:pPr marL="296545"/>
            <a:r>
              <a:rPr spc="-5" dirty="0">
                <a:latin typeface="Arial"/>
                <a:cs typeface="Arial"/>
              </a:rPr>
              <a:t>D</a:t>
            </a:r>
            <a:r>
              <a:rPr spc="-10" dirty="0">
                <a:latin typeface="Arial"/>
                <a:cs typeface="Arial"/>
              </a:rPr>
              <a:t>octor</a:t>
            </a:r>
            <a:endParaRPr>
              <a:latin typeface="Arial"/>
              <a:cs typeface="Arial"/>
            </a:endParaRPr>
          </a:p>
        </p:txBody>
      </p:sp>
      <p:sp>
        <p:nvSpPr>
          <p:cNvPr id="9" name="object 9"/>
          <p:cNvSpPr/>
          <p:nvPr/>
        </p:nvSpPr>
        <p:spPr>
          <a:xfrm>
            <a:off x="4191000" y="2695559"/>
            <a:ext cx="3581400" cy="95250"/>
          </a:xfrm>
          <a:custGeom>
            <a:avLst/>
            <a:gdLst/>
            <a:ahLst/>
            <a:cxnLst/>
            <a:rect l="l" t="t" r="r" b="b"/>
            <a:pathLst>
              <a:path w="3581400" h="95250">
                <a:moveTo>
                  <a:pt x="3486149" y="0"/>
                </a:moveTo>
                <a:lnTo>
                  <a:pt x="3486149" y="95249"/>
                </a:lnTo>
                <a:lnTo>
                  <a:pt x="3549665" y="63502"/>
                </a:lnTo>
                <a:lnTo>
                  <a:pt x="3502030" y="63502"/>
                </a:lnTo>
                <a:lnTo>
                  <a:pt x="3502030" y="31760"/>
                </a:lnTo>
                <a:lnTo>
                  <a:pt x="3549649" y="31760"/>
                </a:lnTo>
                <a:lnTo>
                  <a:pt x="3486149" y="0"/>
                </a:lnTo>
                <a:close/>
              </a:path>
              <a:path w="3581400" h="95250">
                <a:moveTo>
                  <a:pt x="3486149" y="31760"/>
                </a:moveTo>
                <a:lnTo>
                  <a:pt x="0" y="31760"/>
                </a:lnTo>
                <a:lnTo>
                  <a:pt x="0" y="63502"/>
                </a:lnTo>
                <a:lnTo>
                  <a:pt x="3486149" y="63502"/>
                </a:lnTo>
                <a:lnTo>
                  <a:pt x="3486149" y="31760"/>
                </a:lnTo>
                <a:close/>
              </a:path>
              <a:path w="3581400" h="95250">
                <a:moveTo>
                  <a:pt x="3549649" y="31760"/>
                </a:moveTo>
                <a:lnTo>
                  <a:pt x="3502030" y="31760"/>
                </a:lnTo>
                <a:lnTo>
                  <a:pt x="3502030" y="63502"/>
                </a:lnTo>
                <a:lnTo>
                  <a:pt x="3549665" y="63502"/>
                </a:lnTo>
                <a:lnTo>
                  <a:pt x="3581399" y="47640"/>
                </a:lnTo>
                <a:lnTo>
                  <a:pt x="3549649" y="31760"/>
                </a:lnTo>
                <a:close/>
              </a:path>
            </a:pathLst>
          </a:custGeom>
          <a:solidFill>
            <a:srgbClr val="000000"/>
          </a:solidFill>
        </p:spPr>
        <p:txBody>
          <a:bodyPr wrap="square" lIns="0" tIns="0" rIns="0" bIns="0" rtlCol="0"/>
          <a:lstStyle/>
          <a:p>
            <a:endParaRPr/>
          </a:p>
        </p:txBody>
      </p:sp>
      <p:sp>
        <p:nvSpPr>
          <p:cNvPr id="10" name="object 10"/>
          <p:cNvSpPr/>
          <p:nvPr/>
        </p:nvSpPr>
        <p:spPr>
          <a:xfrm>
            <a:off x="4191000" y="4752975"/>
            <a:ext cx="3581400" cy="95250"/>
          </a:xfrm>
          <a:custGeom>
            <a:avLst/>
            <a:gdLst/>
            <a:ahLst/>
            <a:cxnLst/>
            <a:rect l="l" t="t" r="r" b="b"/>
            <a:pathLst>
              <a:path w="3581400" h="95250">
                <a:moveTo>
                  <a:pt x="3486149" y="0"/>
                </a:moveTo>
                <a:lnTo>
                  <a:pt x="3486149" y="95249"/>
                </a:lnTo>
                <a:lnTo>
                  <a:pt x="3549657" y="63496"/>
                </a:lnTo>
                <a:lnTo>
                  <a:pt x="3502030" y="63496"/>
                </a:lnTo>
                <a:lnTo>
                  <a:pt x="3502030" y="31754"/>
                </a:lnTo>
                <a:lnTo>
                  <a:pt x="3549658" y="31754"/>
                </a:lnTo>
                <a:lnTo>
                  <a:pt x="3486149" y="0"/>
                </a:lnTo>
                <a:close/>
              </a:path>
              <a:path w="3581400" h="95250">
                <a:moveTo>
                  <a:pt x="3486149" y="31754"/>
                </a:moveTo>
                <a:lnTo>
                  <a:pt x="0" y="31754"/>
                </a:lnTo>
                <a:lnTo>
                  <a:pt x="0" y="63496"/>
                </a:lnTo>
                <a:lnTo>
                  <a:pt x="3486149" y="63496"/>
                </a:lnTo>
                <a:lnTo>
                  <a:pt x="3486149" y="31754"/>
                </a:lnTo>
                <a:close/>
              </a:path>
              <a:path w="3581400" h="95250">
                <a:moveTo>
                  <a:pt x="3549658" y="31754"/>
                </a:moveTo>
                <a:lnTo>
                  <a:pt x="3502030" y="31754"/>
                </a:lnTo>
                <a:lnTo>
                  <a:pt x="3502030" y="63496"/>
                </a:lnTo>
                <a:lnTo>
                  <a:pt x="3549657" y="63496"/>
                </a:lnTo>
                <a:lnTo>
                  <a:pt x="3581399" y="47624"/>
                </a:lnTo>
                <a:lnTo>
                  <a:pt x="3549658" y="31754"/>
                </a:lnTo>
                <a:close/>
              </a:path>
            </a:pathLst>
          </a:custGeom>
          <a:solidFill>
            <a:srgbClr val="000000"/>
          </a:solidFill>
        </p:spPr>
        <p:txBody>
          <a:bodyPr wrap="square" lIns="0" tIns="0" rIns="0" bIns="0" rtlCol="0"/>
          <a:lstStyle/>
          <a:p>
            <a:endParaRPr/>
          </a:p>
        </p:txBody>
      </p:sp>
      <p:sp>
        <p:nvSpPr>
          <p:cNvPr id="11" name="object 11"/>
          <p:cNvSpPr/>
          <p:nvPr/>
        </p:nvSpPr>
        <p:spPr>
          <a:xfrm>
            <a:off x="4953000" y="3886200"/>
            <a:ext cx="2057400" cy="1752600"/>
          </a:xfrm>
          <a:custGeom>
            <a:avLst/>
            <a:gdLst/>
            <a:ahLst/>
            <a:cxnLst/>
            <a:rect l="l" t="t" r="r" b="b"/>
            <a:pathLst>
              <a:path w="2057400" h="1752600">
                <a:moveTo>
                  <a:pt x="1765310" y="0"/>
                </a:moveTo>
                <a:lnTo>
                  <a:pt x="292089" y="0"/>
                </a:lnTo>
                <a:lnTo>
                  <a:pt x="268140" y="968"/>
                </a:lnTo>
                <a:lnTo>
                  <a:pt x="221912" y="8491"/>
                </a:lnTo>
                <a:lnTo>
                  <a:pt x="178415" y="22959"/>
                </a:lnTo>
                <a:lnTo>
                  <a:pt x="138250" y="43771"/>
                </a:lnTo>
                <a:lnTo>
                  <a:pt x="102020" y="70325"/>
                </a:lnTo>
                <a:lnTo>
                  <a:pt x="70326" y="102018"/>
                </a:lnTo>
                <a:lnTo>
                  <a:pt x="43773" y="138249"/>
                </a:lnTo>
                <a:lnTo>
                  <a:pt x="22960" y="178415"/>
                </a:lnTo>
                <a:lnTo>
                  <a:pt x="8491" y="221914"/>
                </a:lnTo>
                <a:lnTo>
                  <a:pt x="968" y="268144"/>
                </a:lnTo>
                <a:lnTo>
                  <a:pt x="0" y="292095"/>
                </a:lnTo>
                <a:lnTo>
                  <a:pt x="0" y="1460504"/>
                </a:lnTo>
                <a:lnTo>
                  <a:pt x="3824" y="1507874"/>
                </a:lnTo>
                <a:lnTo>
                  <a:pt x="14895" y="1552814"/>
                </a:lnTo>
                <a:lnTo>
                  <a:pt x="32611" y="1594722"/>
                </a:lnTo>
                <a:lnTo>
                  <a:pt x="56369" y="1632995"/>
                </a:lnTo>
                <a:lnTo>
                  <a:pt x="85568" y="1667032"/>
                </a:lnTo>
                <a:lnTo>
                  <a:pt x="119605" y="1696231"/>
                </a:lnTo>
                <a:lnTo>
                  <a:pt x="157878" y="1719989"/>
                </a:lnTo>
                <a:lnTo>
                  <a:pt x="199784" y="1737705"/>
                </a:lnTo>
                <a:lnTo>
                  <a:pt x="244722" y="1748775"/>
                </a:lnTo>
                <a:lnTo>
                  <a:pt x="292089" y="1752599"/>
                </a:lnTo>
                <a:lnTo>
                  <a:pt x="1765310" y="1752599"/>
                </a:lnTo>
                <a:lnTo>
                  <a:pt x="1812677" y="1748775"/>
                </a:lnTo>
                <a:lnTo>
                  <a:pt x="1857615" y="1737705"/>
                </a:lnTo>
                <a:lnTo>
                  <a:pt x="1899521" y="1719989"/>
                </a:lnTo>
                <a:lnTo>
                  <a:pt x="1937794" y="1696231"/>
                </a:lnTo>
                <a:lnTo>
                  <a:pt x="1971831" y="1667032"/>
                </a:lnTo>
                <a:lnTo>
                  <a:pt x="2001029" y="1632995"/>
                </a:lnTo>
                <a:lnTo>
                  <a:pt x="2024788" y="1594722"/>
                </a:lnTo>
                <a:lnTo>
                  <a:pt x="2042504" y="1552814"/>
                </a:lnTo>
                <a:lnTo>
                  <a:pt x="2053575" y="1507874"/>
                </a:lnTo>
                <a:lnTo>
                  <a:pt x="2057399" y="1460504"/>
                </a:lnTo>
                <a:lnTo>
                  <a:pt x="2057399" y="292095"/>
                </a:lnTo>
                <a:lnTo>
                  <a:pt x="2053575" y="244725"/>
                </a:lnTo>
                <a:lnTo>
                  <a:pt x="2042504" y="199785"/>
                </a:lnTo>
                <a:lnTo>
                  <a:pt x="2024788" y="157877"/>
                </a:lnTo>
                <a:lnTo>
                  <a:pt x="2001029" y="119604"/>
                </a:lnTo>
                <a:lnTo>
                  <a:pt x="1971831" y="85567"/>
                </a:lnTo>
                <a:lnTo>
                  <a:pt x="1937794" y="56368"/>
                </a:lnTo>
                <a:lnTo>
                  <a:pt x="1899521" y="32610"/>
                </a:lnTo>
                <a:lnTo>
                  <a:pt x="1857615" y="14894"/>
                </a:lnTo>
                <a:lnTo>
                  <a:pt x="1812677" y="3824"/>
                </a:lnTo>
                <a:lnTo>
                  <a:pt x="1765310" y="0"/>
                </a:lnTo>
                <a:close/>
              </a:path>
            </a:pathLst>
          </a:custGeom>
          <a:solidFill>
            <a:srgbClr val="00AF50"/>
          </a:solidFill>
        </p:spPr>
        <p:txBody>
          <a:bodyPr wrap="square" lIns="0" tIns="0" rIns="0" bIns="0" rtlCol="0"/>
          <a:lstStyle/>
          <a:p>
            <a:endParaRPr/>
          </a:p>
        </p:txBody>
      </p:sp>
      <p:sp>
        <p:nvSpPr>
          <p:cNvPr id="12" name="object 12"/>
          <p:cNvSpPr/>
          <p:nvPr/>
        </p:nvSpPr>
        <p:spPr>
          <a:xfrm>
            <a:off x="4953000" y="3886200"/>
            <a:ext cx="2057400" cy="1752600"/>
          </a:xfrm>
          <a:custGeom>
            <a:avLst/>
            <a:gdLst/>
            <a:ahLst/>
            <a:cxnLst/>
            <a:rect l="l" t="t" r="r" b="b"/>
            <a:pathLst>
              <a:path w="2057400" h="1752600">
                <a:moveTo>
                  <a:pt x="0" y="292095"/>
                </a:moveTo>
                <a:lnTo>
                  <a:pt x="3824" y="244725"/>
                </a:lnTo>
                <a:lnTo>
                  <a:pt x="14895" y="199785"/>
                </a:lnTo>
                <a:lnTo>
                  <a:pt x="32611" y="157877"/>
                </a:lnTo>
                <a:lnTo>
                  <a:pt x="56369" y="119604"/>
                </a:lnTo>
                <a:lnTo>
                  <a:pt x="85568" y="85567"/>
                </a:lnTo>
                <a:lnTo>
                  <a:pt x="119605" y="56368"/>
                </a:lnTo>
                <a:lnTo>
                  <a:pt x="157878" y="32610"/>
                </a:lnTo>
                <a:lnTo>
                  <a:pt x="199784" y="14894"/>
                </a:lnTo>
                <a:lnTo>
                  <a:pt x="244722" y="3824"/>
                </a:lnTo>
                <a:lnTo>
                  <a:pt x="292089" y="0"/>
                </a:lnTo>
                <a:lnTo>
                  <a:pt x="1765310" y="0"/>
                </a:lnTo>
                <a:lnTo>
                  <a:pt x="1812677" y="3824"/>
                </a:lnTo>
                <a:lnTo>
                  <a:pt x="1857615" y="14894"/>
                </a:lnTo>
                <a:lnTo>
                  <a:pt x="1899521" y="32610"/>
                </a:lnTo>
                <a:lnTo>
                  <a:pt x="1937794" y="56368"/>
                </a:lnTo>
                <a:lnTo>
                  <a:pt x="1971831" y="85567"/>
                </a:lnTo>
                <a:lnTo>
                  <a:pt x="2001029" y="119604"/>
                </a:lnTo>
                <a:lnTo>
                  <a:pt x="2024788" y="157877"/>
                </a:lnTo>
                <a:lnTo>
                  <a:pt x="2042504" y="199785"/>
                </a:lnTo>
                <a:lnTo>
                  <a:pt x="2053575" y="244725"/>
                </a:lnTo>
                <a:lnTo>
                  <a:pt x="2057399" y="292095"/>
                </a:lnTo>
                <a:lnTo>
                  <a:pt x="2057399" y="1460504"/>
                </a:lnTo>
                <a:lnTo>
                  <a:pt x="2053575" y="1507874"/>
                </a:lnTo>
                <a:lnTo>
                  <a:pt x="2042504" y="1552814"/>
                </a:lnTo>
                <a:lnTo>
                  <a:pt x="2024788" y="1594722"/>
                </a:lnTo>
                <a:lnTo>
                  <a:pt x="2001029" y="1632995"/>
                </a:lnTo>
                <a:lnTo>
                  <a:pt x="1971831" y="1667032"/>
                </a:lnTo>
                <a:lnTo>
                  <a:pt x="1937794" y="1696231"/>
                </a:lnTo>
                <a:lnTo>
                  <a:pt x="1899521" y="1719989"/>
                </a:lnTo>
                <a:lnTo>
                  <a:pt x="1857615" y="1737705"/>
                </a:lnTo>
                <a:lnTo>
                  <a:pt x="1812677" y="1748775"/>
                </a:lnTo>
                <a:lnTo>
                  <a:pt x="1765310" y="1752599"/>
                </a:lnTo>
                <a:lnTo>
                  <a:pt x="292089" y="1752599"/>
                </a:lnTo>
                <a:lnTo>
                  <a:pt x="244722" y="1748775"/>
                </a:lnTo>
                <a:lnTo>
                  <a:pt x="199784" y="1737705"/>
                </a:lnTo>
                <a:lnTo>
                  <a:pt x="157878" y="1719989"/>
                </a:lnTo>
                <a:lnTo>
                  <a:pt x="119605" y="1696231"/>
                </a:lnTo>
                <a:lnTo>
                  <a:pt x="85568" y="1667032"/>
                </a:lnTo>
                <a:lnTo>
                  <a:pt x="56369" y="1632995"/>
                </a:lnTo>
                <a:lnTo>
                  <a:pt x="32611" y="1594722"/>
                </a:lnTo>
                <a:lnTo>
                  <a:pt x="14895" y="1552814"/>
                </a:lnTo>
                <a:lnTo>
                  <a:pt x="3824" y="1507874"/>
                </a:lnTo>
                <a:lnTo>
                  <a:pt x="0" y="1460504"/>
                </a:lnTo>
                <a:lnTo>
                  <a:pt x="0" y="292095"/>
                </a:lnTo>
                <a:close/>
              </a:path>
            </a:pathLst>
          </a:custGeom>
          <a:ln w="31750">
            <a:solidFill>
              <a:srgbClr val="000000"/>
            </a:solidFill>
          </a:ln>
        </p:spPr>
        <p:txBody>
          <a:bodyPr wrap="square" lIns="0" tIns="0" rIns="0" bIns="0" rtlCol="0"/>
          <a:lstStyle/>
          <a:p>
            <a:endParaRPr/>
          </a:p>
        </p:txBody>
      </p:sp>
      <p:sp>
        <p:nvSpPr>
          <p:cNvPr id="13" name="object 13"/>
          <p:cNvSpPr txBox="1"/>
          <p:nvPr/>
        </p:nvSpPr>
        <p:spPr>
          <a:xfrm>
            <a:off x="5037137" y="1757239"/>
            <a:ext cx="1889125" cy="3762568"/>
          </a:xfrm>
          <a:prstGeom prst="rect">
            <a:avLst/>
          </a:prstGeom>
        </p:spPr>
        <p:txBody>
          <a:bodyPr vert="horz" wrap="square" lIns="0" tIns="0" rIns="0" bIns="0" rtlCol="0">
            <a:spAutoFit/>
          </a:bodyPr>
          <a:lstStyle/>
          <a:p>
            <a:pPr marR="9525" algn="ctr"/>
            <a:r>
              <a:rPr sz="11700" dirty="0">
                <a:solidFill>
                  <a:srgbClr val="CC3200"/>
                </a:solidFill>
                <a:latin typeface="Wingdings"/>
                <a:cs typeface="Wingdings"/>
              </a:rPr>
              <a:t></a:t>
            </a:r>
            <a:endParaRPr sz="11700" dirty="0">
              <a:latin typeface="Wingdings"/>
              <a:cs typeface="Wingdings"/>
            </a:endParaRPr>
          </a:p>
          <a:p>
            <a:pPr marL="12700" marR="5080" indent="-3175" algn="ctr">
              <a:spcBef>
                <a:spcPts val="3304"/>
              </a:spcBef>
            </a:pPr>
            <a:r>
              <a:rPr sz="2000" b="1" dirty="0">
                <a:solidFill>
                  <a:srgbClr val="FFFFFF"/>
                </a:solidFill>
                <a:latin typeface="Arial"/>
                <a:cs typeface="Arial"/>
              </a:rPr>
              <a:t>A</a:t>
            </a:r>
            <a:r>
              <a:rPr sz="2000" b="1" spc="-30" dirty="0">
                <a:solidFill>
                  <a:srgbClr val="FFFFFF"/>
                </a:solidFill>
                <a:latin typeface="Times New Roman"/>
                <a:cs typeface="Times New Roman"/>
              </a:rPr>
              <a:t> </a:t>
            </a:r>
            <a:r>
              <a:rPr sz="2000" b="1" dirty="0">
                <a:solidFill>
                  <a:srgbClr val="FFFFFF"/>
                </a:solidFill>
                <a:latin typeface="Arial"/>
                <a:cs typeface="Arial"/>
              </a:rPr>
              <a:t>process</a:t>
            </a:r>
            <a:r>
              <a:rPr sz="2000" b="1" spc="40" dirty="0">
                <a:solidFill>
                  <a:srgbClr val="FFFFFF"/>
                </a:solidFill>
                <a:latin typeface="Times New Roman"/>
                <a:cs typeface="Times New Roman"/>
              </a:rPr>
              <a:t> </a:t>
            </a:r>
            <a:r>
              <a:rPr sz="2000" b="1" dirty="0">
                <a:solidFill>
                  <a:srgbClr val="FFFFFF"/>
                </a:solidFill>
                <a:latin typeface="Arial"/>
                <a:cs typeface="Arial"/>
              </a:rPr>
              <a:t>is</a:t>
            </a:r>
            <a:r>
              <a:rPr sz="2000" b="1" dirty="0">
                <a:solidFill>
                  <a:srgbClr val="FFFFFF"/>
                </a:solidFill>
                <a:latin typeface="Times New Roman"/>
                <a:cs typeface="Times New Roman"/>
              </a:rPr>
              <a:t> </a:t>
            </a:r>
            <a:r>
              <a:rPr sz="2000" b="1" dirty="0">
                <a:solidFill>
                  <a:srgbClr val="FFFFFF"/>
                </a:solidFill>
                <a:latin typeface="Arial"/>
                <a:cs typeface="Arial"/>
              </a:rPr>
              <a:t>needed</a:t>
            </a:r>
            <a:r>
              <a:rPr sz="2000" b="1" spc="35" dirty="0">
                <a:solidFill>
                  <a:srgbClr val="FFFFFF"/>
                </a:solidFill>
                <a:latin typeface="Times New Roman"/>
                <a:cs typeface="Times New Roman"/>
              </a:rPr>
              <a:t> </a:t>
            </a:r>
            <a:r>
              <a:rPr sz="2000" b="1" dirty="0">
                <a:solidFill>
                  <a:srgbClr val="FFFFFF"/>
                </a:solidFill>
                <a:latin typeface="Arial"/>
                <a:cs typeface="Arial"/>
              </a:rPr>
              <a:t>to</a:t>
            </a:r>
            <a:r>
              <a:rPr sz="2000" b="1" dirty="0">
                <a:solidFill>
                  <a:srgbClr val="FFFFFF"/>
                </a:solidFill>
                <a:latin typeface="Times New Roman"/>
                <a:cs typeface="Times New Roman"/>
              </a:rPr>
              <a:t> </a:t>
            </a:r>
            <a:r>
              <a:rPr sz="2000" b="1" spc="-5" dirty="0">
                <a:solidFill>
                  <a:srgbClr val="FFFFFF"/>
                </a:solidFill>
                <a:latin typeface="Arial"/>
                <a:cs typeface="Arial"/>
              </a:rPr>
              <a:t>exch</a:t>
            </a:r>
            <a:r>
              <a:rPr sz="2000" b="1" dirty="0">
                <a:solidFill>
                  <a:srgbClr val="FFFFFF"/>
                </a:solidFill>
                <a:latin typeface="Arial"/>
                <a:cs typeface="Arial"/>
              </a:rPr>
              <a:t>ange</a:t>
            </a:r>
            <a:r>
              <a:rPr sz="2000" b="1" spc="40" dirty="0">
                <a:solidFill>
                  <a:srgbClr val="FFFFFF"/>
                </a:solidFill>
                <a:latin typeface="Times New Roman"/>
                <a:cs typeface="Times New Roman"/>
              </a:rPr>
              <a:t> </a:t>
            </a:r>
            <a:r>
              <a:rPr sz="2000" b="1" dirty="0">
                <a:solidFill>
                  <a:srgbClr val="FFFFFF"/>
                </a:solidFill>
                <a:latin typeface="Arial"/>
                <a:cs typeface="Arial"/>
              </a:rPr>
              <a:t>data</a:t>
            </a:r>
            <a:r>
              <a:rPr sz="2000" b="1" dirty="0">
                <a:solidFill>
                  <a:srgbClr val="FFFFFF"/>
                </a:solidFill>
                <a:latin typeface="Times New Roman"/>
                <a:cs typeface="Times New Roman"/>
              </a:rPr>
              <a:t> </a:t>
            </a:r>
            <a:r>
              <a:rPr sz="2000" b="1" dirty="0">
                <a:solidFill>
                  <a:srgbClr val="FFFFFF"/>
                </a:solidFill>
                <a:latin typeface="Arial"/>
                <a:cs typeface="Arial"/>
              </a:rPr>
              <a:t>be</a:t>
            </a:r>
            <a:r>
              <a:rPr sz="2000" b="1" spc="-20" dirty="0">
                <a:solidFill>
                  <a:srgbClr val="FFFFFF"/>
                </a:solidFill>
                <a:latin typeface="Arial"/>
                <a:cs typeface="Arial"/>
              </a:rPr>
              <a:t>t</a:t>
            </a:r>
            <a:r>
              <a:rPr sz="2000" b="1" spc="30" dirty="0">
                <a:solidFill>
                  <a:srgbClr val="FFFFFF"/>
                </a:solidFill>
                <a:latin typeface="Arial"/>
                <a:cs typeface="Arial"/>
              </a:rPr>
              <a:t>w</a:t>
            </a:r>
            <a:r>
              <a:rPr sz="2000" b="1" spc="-5" dirty="0">
                <a:solidFill>
                  <a:srgbClr val="FFFFFF"/>
                </a:solidFill>
                <a:latin typeface="Arial"/>
                <a:cs typeface="Arial"/>
              </a:rPr>
              <a:t>een</a:t>
            </a:r>
            <a:r>
              <a:rPr sz="2000" b="1" spc="-5" dirty="0">
                <a:solidFill>
                  <a:srgbClr val="FFFFFF"/>
                </a:solidFill>
                <a:latin typeface="Times New Roman"/>
                <a:cs typeface="Times New Roman"/>
              </a:rPr>
              <a:t> </a:t>
            </a:r>
            <a:r>
              <a:rPr sz="2000" b="1" spc="-5" dirty="0">
                <a:solidFill>
                  <a:srgbClr val="FFFFFF"/>
                </a:solidFill>
                <a:latin typeface="Arial"/>
                <a:cs typeface="Arial"/>
              </a:rPr>
              <a:t>externa</a:t>
            </a:r>
            <a:r>
              <a:rPr sz="2000" b="1" dirty="0">
                <a:solidFill>
                  <a:srgbClr val="FFFFFF"/>
                </a:solidFill>
                <a:latin typeface="Arial"/>
                <a:cs typeface="Arial"/>
              </a:rPr>
              <a:t>l</a:t>
            </a:r>
            <a:r>
              <a:rPr sz="2000" b="1" spc="15" dirty="0">
                <a:solidFill>
                  <a:srgbClr val="FFFFFF"/>
                </a:solidFill>
                <a:latin typeface="Times New Roman"/>
                <a:cs typeface="Times New Roman"/>
              </a:rPr>
              <a:t> </a:t>
            </a:r>
            <a:r>
              <a:rPr sz="2000" b="1" spc="-5" dirty="0">
                <a:solidFill>
                  <a:srgbClr val="FFFFFF"/>
                </a:solidFill>
                <a:latin typeface="Arial"/>
                <a:cs typeface="Arial"/>
              </a:rPr>
              <a:t>agents</a:t>
            </a:r>
            <a:endParaRPr sz="2000" dirty="0">
              <a:latin typeface="Arial"/>
              <a:cs typeface="Arial"/>
            </a:endParaRPr>
          </a:p>
        </p:txBody>
      </p:sp>
      <p:sp>
        <p:nvSpPr>
          <p:cNvPr id="14" name="object 14"/>
          <p:cNvSpPr txBox="1"/>
          <p:nvPr/>
        </p:nvSpPr>
        <p:spPr>
          <a:xfrm>
            <a:off x="2895600" y="4114801"/>
            <a:ext cx="1295400" cy="276999"/>
          </a:xfrm>
          <a:prstGeom prst="rect">
            <a:avLst/>
          </a:prstGeom>
          <a:solidFill>
            <a:srgbClr val="FFFF00"/>
          </a:solidFill>
          <a:ln w="31750">
            <a:solidFill>
              <a:srgbClr val="000000"/>
            </a:solidFill>
          </a:ln>
        </p:spPr>
        <p:txBody>
          <a:bodyPr vert="horz" wrap="square" lIns="0" tIns="0" rIns="0" bIns="0" rtlCol="0">
            <a:spAutoFit/>
          </a:bodyPr>
          <a:lstStyle/>
          <a:p>
            <a:pPr marL="275590"/>
            <a:r>
              <a:rPr dirty="0">
                <a:latin typeface="Arial"/>
                <a:cs typeface="Arial"/>
              </a:rPr>
              <a:t>P</a:t>
            </a:r>
            <a:r>
              <a:rPr spc="-10" dirty="0">
                <a:latin typeface="Arial"/>
                <a:cs typeface="Arial"/>
              </a:rPr>
              <a:t>a</a:t>
            </a:r>
            <a:r>
              <a:rPr dirty="0">
                <a:latin typeface="Arial"/>
                <a:cs typeface="Arial"/>
              </a:rPr>
              <a:t>tie</a:t>
            </a:r>
            <a:r>
              <a:rPr spc="-15" dirty="0">
                <a:latin typeface="Arial"/>
                <a:cs typeface="Arial"/>
              </a:rPr>
              <a:t>n</a:t>
            </a:r>
            <a:r>
              <a:rPr spc="-5" dirty="0">
                <a:latin typeface="Arial"/>
                <a:cs typeface="Arial"/>
              </a:rPr>
              <a:t>t</a:t>
            </a:r>
            <a:endParaRPr>
              <a:latin typeface="Arial"/>
              <a:cs typeface="Arial"/>
            </a:endParaRPr>
          </a:p>
        </p:txBody>
      </p:sp>
      <p:sp>
        <p:nvSpPr>
          <p:cNvPr id="15" name="object 15"/>
          <p:cNvSpPr txBox="1"/>
          <p:nvPr/>
        </p:nvSpPr>
        <p:spPr>
          <a:xfrm>
            <a:off x="7772400" y="4114801"/>
            <a:ext cx="1295400" cy="276999"/>
          </a:xfrm>
          <a:prstGeom prst="rect">
            <a:avLst/>
          </a:prstGeom>
          <a:solidFill>
            <a:srgbClr val="FFFF00"/>
          </a:solidFill>
          <a:ln w="31750">
            <a:solidFill>
              <a:srgbClr val="000000"/>
            </a:solidFill>
          </a:ln>
        </p:spPr>
        <p:txBody>
          <a:bodyPr vert="horz" wrap="square" lIns="0" tIns="0" rIns="0" bIns="0" rtlCol="0">
            <a:spAutoFit/>
          </a:bodyPr>
          <a:lstStyle/>
          <a:p>
            <a:pPr marL="296545"/>
            <a:r>
              <a:rPr spc="-5" dirty="0">
                <a:latin typeface="Arial"/>
                <a:cs typeface="Arial"/>
              </a:rPr>
              <a:t>D</a:t>
            </a:r>
            <a:r>
              <a:rPr spc="-10" dirty="0">
                <a:latin typeface="Arial"/>
                <a:cs typeface="Arial"/>
              </a:rPr>
              <a:t>octor</a:t>
            </a:r>
            <a:endParaRPr>
              <a:latin typeface="Arial"/>
              <a:cs typeface="Arial"/>
            </a:endParaRPr>
          </a:p>
        </p:txBody>
      </p:sp>
    </p:spTree>
    <p:extLst>
      <p:ext uri="{BB962C8B-B14F-4D97-AF65-F5344CB8AC3E}">
        <p14:creationId xmlns:p14="http://schemas.microsoft.com/office/powerpoint/2010/main" val="2738030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621280" y="998696"/>
            <a:ext cx="10058400" cy="738664"/>
          </a:xfrm>
          <a:prstGeom prst="rect">
            <a:avLst/>
          </a:prstGeom>
        </p:spPr>
        <p:txBody>
          <a:bodyPr vert="horz" wrap="square" lIns="0" tIns="0" rIns="0" bIns="0" rtlCol="0" anchor="b">
            <a:spAutoFit/>
          </a:bodyPr>
          <a:lstStyle/>
          <a:p>
            <a:pPr marL="393700">
              <a:lnSpc>
                <a:spcPct val="100000"/>
              </a:lnSpc>
            </a:pPr>
            <a:r>
              <a:rPr spc="-15" dirty="0">
                <a:latin typeface="Arial"/>
                <a:cs typeface="Arial"/>
              </a:rPr>
              <a:t>Illegal</a:t>
            </a:r>
            <a:r>
              <a:rPr spc="114" dirty="0">
                <a:latin typeface="Times New Roman"/>
                <a:cs typeface="Times New Roman"/>
              </a:rPr>
              <a:t> </a:t>
            </a:r>
            <a:r>
              <a:rPr spc="-30" dirty="0">
                <a:latin typeface="Arial"/>
                <a:cs typeface="Arial"/>
              </a:rPr>
              <a:t>Dat</a:t>
            </a:r>
            <a:r>
              <a:rPr spc="-25" dirty="0">
                <a:latin typeface="Arial"/>
                <a:cs typeface="Arial"/>
              </a:rPr>
              <a:t>a</a:t>
            </a:r>
            <a:r>
              <a:rPr spc="110" dirty="0">
                <a:latin typeface="Times New Roman"/>
                <a:cs typeface="Times New Roman"/>
              </a:rPr>
              <a:t> </a:t>
            </a:r>
            <a:r>
              <a:rPr spc="-25" dirty="0">
                <a:latin typeface="Arial"/>
                <a:cs typeface="Arial"/>
              </a:rPr>
              <a:t>Flows</a:t>
            </a:r>
          </a:p>
        </p:txBody>
      </p:sp>
      <p:sp>
        <p:nvSpPr>
          <p:cNvPr id="7" name="object 7"/>
          <p:cNvSpPr/>
          <p:nvPr/>
        </p:nvSpPr>
        <p:spPr>
          <a:xfrm>
            <a:off x="4191000" y="2695559"/>
            <a:ext cx="3581400" cy="95250"/>
          </a:xfrm>
          <a:custGeom>
            <a:avLst/>
            <a:gdLst/>
            <a:ahLst/>
            <a:cxnLst/>
            <a:rect l="l" t="t" r="r" b="b"/>
            <a:pathLst>
              <a:path w="3581400" h="95250">
                <a:moveTo>
                  <a:pt x="3486149" y="0"/>
                </a:moveTo>
                <a:lnTo>
                  <a:pt x="3486149" y="95249"/>
                </a:lnTo>
                <a:lnTo>
                  <a:pt x="3549665" y="63502"/>
                </a:lnTo>
                <a:lnTo>
                  <a:pt x="3502030" y="63502"/>
                </a:lnTo>
                <a:lnTo>
                  <a:pt x="3502030" y="31760"/>
                </a:lnTo>
                <a:lnTo>
                  <a:pt x="3549649" y="31760"/>
                </a:lnTo>
                <a:lnTo>
                  <a:pt x="3486149" y="0"/>
                </a:lnTo>
                <a:close/>
              </a:path>
              <a:path w="3581400" h="95250">
                <a:moveTo>
                  <a:pt x="3486149" y="31760"/>
                </a:moveTo>
                <a:lnTo>
                  <a:pt x="0" y="31760"/>
                </a:lnTo>
                <a:lnTo>
                  <a:pt x="0" y="63502"/>
                </a:lnTo>
                <a:lnTo>
                  <a:pt x="3486149" y="63502"/>
                </a:lnTo>
                <a:lnTo>
                  <a:pt x="3486149" y="31760"/>
                </a:lnTo>
                <a:close/>
              </a:path>
              <a:path w="3581400" h="95250">
                <a:moveTo>
                  <a:pt x="3549649" y="31760"/>
                </a:moveTo>
                <a:lnTo>
                  <a:pt x="3502030" y="31760"/>
                </a:lnTo>
                <a:lnTo>
                  <a:pt x="3502030" y="63502"/>
                </a:lnTo>
                <a:lnTo>
                  <a:pt x="3549665" y="63502"/>
                </a:lnTo>
                <a:lnTo>
                  <a:pt x="3581399" y="47640"/>
                </a:lnTo>
                <a:lnTo>
                  <a:pt x="3549649" y="31760"/>
                </a:lnTo>
                <a:close/>
              </a:path>
            </a:pathLst>
          </a:custGeom>
          <a:solidFill>
            <a:srgbClr val="000000"/>
          </a:solidFill>
        </p:spPr>
        <p:txBody>
          <a:bodyPr wrap="square" lIns="0" tIns="0" rIns="0" bIns="0" rtlCol="0"/>
          <a:lstStyle/>
          <a:p>
            <a:endParaRPr/>
          </a:p>
        </p:txBody>
      </p:sp>
      <p:sp>
        <p:nvSpPr>
          <p:cNvPr id="8" name="object 8"/>
          <p:cNvSpPr/>
          <p:nvPr/>
        </p:nvSpPr>
        <p:spPr>
          <a:xfrm>
            <a:off x="7772401" y="22860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solidFill>
            <a:srgbClr val="7F007F"/>
          </a:solidFill>
        </p:spPr>
        <p:txBody>
          <a:bodyPr wrap="square" lIns="0" tIns="0" rIns="0" bIns="0" rtlCol="0"/>
          <a:lstStyle/>
          <a:p>
            <a:endParaRPr/>
          </a:p>
        </p:txBody>
      </p:sp>
      <p:sp>
        <p:nvSpPr>
          <p:cNvPr id="9" name="object 9"/>
          <p:cNvSpPr/>
          <p:nvPr/>
        </p:nvSpPr>
        <p:spPr>
          <a:xfrm>
            <a:off x="7772401" y="22860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ln w="31750">
            <a:solidFill>
              <a:srgbClr val="000000"/>
            </a:solidFill>
          </a:ln>
        </p:spPr>
        <p:txBody>
          <a:bodyPr wrap="square" lIns="0" tIns="0" rIns="0" bIns="0" rtlCol="0"/>
          <a:lstStyle/>
          <a:p>
            <a:endParaRPr/>
          </a:p>
        </p:txBody>
      </p:sp>
      <p:sp>
        <p:nvSpPr>
          <p:cNvPr id="10" name="object 10"/>
          <p:cNvSpPr/>
          <p:nvPr/>
        </p:nvSpPr>
        <p:spPr>
          <a:xfrm>
            <a:off x="8265291" y="22860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solidFill>
            <a:srgbClr val="FFFFFF"/>
          </a:solidFill>
        </p:spPr>
        <p:txBody>
          <a:bodyPr wrap="square" lIns="0" tIns="0" rIns="0" bIns="0" rtlCol="0"/>
          <a:lstStyle/>
          <a:p>
            <a:endParaRPr/>
          </a:p>
        </p:txBody>
      </p:sp>
      <p:sp>
        <p:nvSpPr>
          <p:cNvPr id="11" name="object 11"/>
          <p:cNvSpPr/>
          <p:nvPr/>
        </p:nvSpPr>
        <p:spPr>
          <a:xfrm>
            <a:off x="8265291" y="22860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ln w="31750">
            <a:solidFill>
              <a:srgbClr val="000000"/>
            </a:solidFill>
          </a:ln>
        </p:spPr>
        <p:txBody>
          <a:bodyPr wrap="square" lIns="0" tIns="0" rIns="0" bIns="0" rtlCol="0"/>
          <a:lstStyle/>
          <a:p>
            <a:endParaRPr/>
          </a:p>
        </p:txBody>
      </p:sp>
      <p:sp>
        <p:nvSpPr>
          <p:cNvPr id="12" name="object 12"/>
          <p:cNvSpPr/>
          <p:nvPr/>
        </p:nvSpPr>
        <p:spPr>
          <a:xfrm>
            <a:off x="9525000" y="2286000"/>
            <a:ext cx="0" cy="838200"/>
          </a:xfrm>
          <a:custGeom>
            <a:avLst/>
            <a:gdLst/>
            <a:ahLst/>
            <a:cxnLst/>
            <a:rect l="l" t="t" r="r" b="b"/>
            <a:pathLst>
              <a:path h="838200">
                <a:moveTo>
                  <a:pt x="0" y="0"/>
                </a:moveTo>
                <a:lnTo>
                  <a:pt x="0" y="838199"/>
                </a:lnTo>
              </a:path>
            </a:pathLst>
          </a:custGeom>
          <a:ln w="31750">
            <a:solidFill>
              <a:srgbClr val="FFFFFF"/>
            </a:solidFill>
          </a:ln>
        </p:spPr>
        <p:txBody>
          <a:bodyPr wrap="square" lIns="0" tIns="0" rIns="0" bIns="0" rtlCol="0"/>
          <a:lstStyle/>
          <a:p>
            <a:endParaRPr/>
          </a:p>
        </p:txBody>
      </p:sp>
      <p:sp>
        <p:nvSpPr>
          <p:cNvPr id="13" name="object 13"/>
          <p:cNvSpPr/>
          <p:nvPr/>
        </p:nvSpPr>
        <p:spPr>
          <a:xfrm>
            <a:off x="4191000" y="4752975"/>
            <a:ext cx="3581400" cy="95250"/>
          </a:xfrm>
          <a:custGeom>
            <a:avLst/>
            <a:gdLst/>
            <a:ahLst/>
            <a:cxnLst/>
            <a:rect l="l" t="t" r="r" b="b"/>
            <a:pathLst>
              <a:path w="3581400" h="95250">
                <a:moveTo>
                  <a:pt x="3486149" y="0"/>
                </a:moveTo>
                <a:lnTo>
                  <a:pt x="3486149" y="95249"/>
                </a:lnTo>
                <a:lnTo>
                  <a:pt x="3549657" y="63496"/>
                </a:lnTo>
                <a:lnTo>
                  <a:pt x="3502030" y="63496"/>
                </a:lnTo>
                <a:lnTo>
                  <a:pt x="3502030" y="31754"/>
                </a:lnTo>
                <a:lnTo>
                  <a:pt x="3549658" y="31754"/>
                </a:lnTo>
                <a:lnTo>
                  <a:pt x="3486149" y="0"/>
                </a:lnTo>
                <a:close/>
              </a:path>
              <a:path w="3581400" h="95250">
                <a:moveTo>
                  <a:pt x="3486149" y="31754"/>
                </a:moveTo>
                <a:lnTo>
                  <a:pt x="0" y="31754"/>
                </a:lnTo>
                <a:lnTo>
                  <a:pt x="0" y="63496"/>
                </a:lnTo>
                <a:lnTo>
                  <a:pt x="3486149" y="63496"/>
                </a:lnTo>
                <a:lnTo>
                  <a:pt x="3486149" y="31754"/>
                </a:lnTo>
                <a:close/>
              </a:path>
              <a:path w="3581400" h="95250">
                <a:moveTo>
                  <a:pt x="3549658" y="31754"/>
                </a:moveTo>
                <a:lnTo>
                  <a:pt x="3502030" y="31754"/>
                </a:lnTo>
                <a:lnTo>
                  <a:pt x="3502030" y="63496"/>
                </a:lnTo>
                <a:lnTo>
                  <a:pt x="3549657" y="63496"/>
                </a:lnTo>
                <a:lnTo>
                  <a:pt x="3581399" y="47624"/>
                </a:lnTo>
                <a:lnTo>
                  <a:pt x="3549658" y="31754"/>
                </a:lnTo>
                <a:close/>
              </a:path>
            </a:pathLst>
          </a:custGeom>
          <a:solidFill>
            <a:srgbClr val="000000"/>
          </a:solidFill>
        </p:spPr>
        <p:txBody>
          <a:bodyPr wrap="square" lIns="0" tIns="0" rIns="0" bIns="0" rtlCol="0"/>
          <a:lstStyle/>
          <a:p>
            <a:endParaRPr/>
          </a:p>
        </p:txBody>
      </p:sp>
      <p:sp>
        <p:nvSpPr>
          <p:cNvPr id="14" name="object 14"/>
          <p:cNvSpPr/>
          <p:nvPr/>
        </p:nvSpPr>
        <p:spPr>
          <a:xfrm>
            <a:off x="7783708" y="43434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solidFill>
            <a:srgbClr val="7F007F"/>
          </a:solidFill>
        </p:spPr>
        <p:txBody>
          <a:bodyPr wrap="square" lIns="0" tIns="0" rIns="0" bIns="0" rtlCol="0"/>
          <a:lstStyle/>
          <a:p>
            <a:endParaRPr/>
          </a:p>
        </p:txBody>
      </p:sp>
      <p:sp>
        <p:nvSpPr>
          <p:cNvPr id="15" name="object 15"/>
          <p:cNvSpPr/>
          <p:nvPr/>
        </p:nvSpPr>
        <p:spPr>
          <a:xfrm>
            <a:off x="7783708" y="43434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ln w="31750">
            <a:solidFill>
              <a:srgbClr val="000000"/>
            </a:solidFill>
          </a:ln>
        </p:spPr>
        <p:txBody>
          <a:bodyPr wrap="square" lIns="0" tIns="0" rIns="0" bIns="0" rtlCol="0"/>
          <a:lstStyle/>
          <a:p>
            <a:endParaRPr/>
          </a:p>
        </p:txBody>
      </p:sp>
      <p:sp>
        <p:nvSpPr>
          <p:cNvPr id="16" name="object 16"/>
          <p:cNvSpPr/>
          <p:nvPr/>
        </p:nvSpPr>
        <p:spPr>
          <a:xfrm>
            <a:off x="8276721" y="43434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solidFill>
            <a:srgbClr val="FFFFFF"/>
          </a:solidFill>
        </p:spPr>
        <p:txBody>
          <a:bodyPr wrap="square" lIns="0" tIns="0" rIns="0" bIns="0" rtlCol="0"/>
          <a:lstStyle/>
          <a:p>
            <a:endParaRPr/>
          </a:p>
        </p:txBody>
      </p:sp>
      <p:sp>
        <p:nvSpPr>
          <p:cNvPr id="17" name="object 17"/>
          <p:cNvSpPr/>
          <p:nvPr/>
        </p:nvSpPr>
        <p:spPr>
          <a:xfrm>
            <a:off x="8276721" y="43434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ln w="31750">
            <a:solidFill>
              <a:srgbClr val="000000"/>
            </a:solidFill>
          </a:ln>
        </p:spPr>
        <p:txBody>
          <a:bodyPr wrap="square" lIns="0" tIns="0" rIns="0" bIns="0" rtlCol="0"/>
          <a:lstStyle/>
          <a:p>
            <a:endParaRPr/>
          </a:p>
        </p:txBody>
      </p:sp>
      <p:sp>
        <p:nvSpPr>
          <p:cNvPr id="18" name="object 18"/>
          <p:cNvSpPr/>
          <p:nvPr/>
        </p:nvSpPr>
        <p:spPr>
          <a:xfrm>
            <a:off x="4953000" y="3886200"/>
            <a:ext cx="2057400" cy="1752600"/>
          </a:xfrm>
          <a:custGeom>
            <a:avLst/>
            <a:gdLst/>
            <a:ahLst/>
            <a:cxnLst/>
            <a:rect l="l" t="t" r="r" b="b"/>
            <a:pathLst>
              <a:path w="2057400" h="1752600">
                <a:moveTo>
                  <a:pt x="1765310" y="0"/>
                </a:moveTo>
                <a:lnTo>
                  <a:pt x="292089" y="0"/>
                </a:lnTo>
                <a:lnTo>
                  <a:pt x="268140" y="968"/>
                </a:lnTo>
                <a:lnTo>
                  <a:pt x="221912" y="8491"/>
                </a:lnTo>
                <a:lnTo>
                  <a:pt x="178415" y="22959"/>
                </a:lnTo>
                <a:lnTo>
                  <a:pt x="138250" y="43771"/>
                </a:lnTo>
                <a:lnTo>
                  <a:pt x="102020" y="70325"/>
                </a:lnTo>
                <a:lnTo>
                  <a:pt x="70326" y="102018"/>
                </a:lnTo>
                <a:lnTo>
                  <a:pt x="43773" y="138249"/>
                </a:lnTo>
                <a:lnTo>
                  <a:pt x="22960" y="178415"/>
                </a:lnTo>
                <a:lnTo>
                  <a:pt x="8491" y="221914"/>
                </a:lnTo>
                <a:lnTo>
                  <a:pt x="968" y="268144"/>
                </a:lnTo>
                <a:lnTo>
                  <a:pt x="0" y="292095"/>
                </a:lnTo>
                <a:lnTo>
                  <a:pt x="0" y="1460504"/>
                </a:lnTo>
                <a:lnTo>
                  <a:pt x="3824" y="1507874"/>
                </a:lnTo>
                <a:lnTo>
                  <a:pt x="14895" y="1552814"/>
                </a:lnTo>
                <a:lnTo>
                  <a:pt x="32611" y="1594722"/>
                </a:lnTo>
                <a:lnTo>
                  <a:pt x="56369" y="1632995"/>
                </a:lnTo>
                <a:lnTo>
                  <a:pt x="85568" y="1667032"/>
                </a:lnTo>
                <a:lnTo>
                  <a:pt x="119605" y="1696231"/>
                </a:lnTo>
                <a:lnTo>
                  <a:pt x="157878" y="1719989"/>
                </a:lnTo>
                <a:lnTo>
                  <a:pt x="199784" y="1737705"/>
                </a:lnTo>
                <a:lnTo>
                  <a:pt x="244722" y="1748775"/>
                </a:lnTo>
                <a:lnTo>
                  <a:pt x="292089" y="1752599"/>
                </a:lnTo>
                <a:lnTo>
                  <a:pt x="1765310" y="1752599"/>
                </a:lnTo>
                <a:lnTo>
                  <a:pt x="1812677" y="1748775"/>
                </a:lnTo>
                <a:lnTo>
                  <a:pt x="1857615" y="1737705"/>
                </a:lnTo>
                <a:lnTo>
                  <a:pt x="1899521" y="1719989"/>
                </a:lnTo>
                <a:lnTo>
                  <a:pt x="1937794" y="1696231"/>
                </a:lnTo>
                <a:lnTo>
                  <a:pt x="1971831" y="1667032"/>
                </a:lnTo>
                <a:lnTo>
                  <a:pt x="2001029" y="1632995"/>
                </a:lnTo>
                <a:lnTo>
                  <a:pt x="2024788" y="1594722"/>
                </a:lnTo>
                <a:lnTo>
                  <a:pt x="2042504" y="1552814"/>
                </a:lnTo>
                <a:lnTo>
                  <a:pt x="2053575" y="1507874"/>
                </a:lnTo>
                <a:lnTo>
                  <a:pt x="2057399" y="1460504"/>
                </a:lnTo>
                <a:lnTo>
                  <a:pt x="2057399" y="292095"/>
                </a:lnTo>
                <a:lnTo>
                  <a:pt x="2053575" y="244725"/>
                </a:lnTo>
                <a:lnTo>
                  <a:pt x="2042504" y="199785"/>
                </a:lnTo>
                <a:lnTo>
                  <a:pt x="2024788" y="157877"/>
                </a:lnTo>
                <a:lnTo>
                  <a:pt x="2001029" y="119604"/>
                </a:lnTo>
                <a:lnTo>
                  <a:pt x="1971831" y="85567"/>
                </a:lnTo>
                <a:lnTo>
                  <a:pt x="1937794" y="56368"/>
                </a:lnTo>
                <a:lnTo>
                  <a:pt x="1899521" y="32610"/>
                </a:lnTo>
                <a:lnTo>
                  <a:pt x="1857615" y="14894"/>
                </a:lnTo>
                <a:lnTo>
                  <a:pt x="1812677" y="3824"/>
                </a:lnTo>
                <a:lnTo>
                  <a:pt x="1765310" y="0"/>
                </a:lnTo>
                <a:close/>
              </a:path>
            </a:pathLst>
          </a:custGeom>
          <a:solidFill>
            <a:srgbClr val="00AF50"/>
          </a:solidFill>
        </p:spPr>
        <p:txBody>
          <a:bodyPr wrap="square" lIns="0" tIns="0" rIns="0" bIns="0" rtlCol="0"/>
          <a:lstStyle/>
          <a:p>
            <a:endParaRPr/>
          </a:p>
        </p:txBody>
      </p:sp>
      <p:sp>
        <p:nvSpPr>
          <p:cNvPr id="19" name="object 19"/>
          <p:cNvSpPr txBox="1"/>
          <p:nvPr/>
        </p:nvSpPr>
        <p:spPr>
          <a:xfrm>
            <a:off x="5132900" y="1901805"/>
            <a:ext cx="1662430" cy="3608680"/>
          </a:xfrm>
          <a:prstGeom prst="rect">
            <a:avLst/>
          </a:prstGeom>
        </p:spPr>
        <p:txBody>
          <a:bodyPr vert="horz" wrap="square" lIns="0" tIns="0" rIns="0" bIns="0" rtlCol="0">
            <a:spAutoFit/>
          </a:bodyPr>
          <a:lstStyle/>
          <a:p>
            <a:pPr marR="5715" algn="ctr"/>
            <a:r>
              <a:rPr sz="11700" dirty="0">
                <a:solidFill>
                  <a:srgbClr val="CC3200"/>
                </a:solidFill>
                <a:latin typeface="Wingdings"/>
                <a:cs typeface="Wingdings"/>
              </a:rPr>
              <a:t></a:t>
            </a:r>
            <a:endParaRPr sz="11700" dirty="0">
              <a:latin typeface="Wingdings"/>
              <a:cs typeface="Wingdings"/>
            </a:endParaRPr>
          </a:p>
          <a:p>
            <a:pPr marL="12700" marR="5080" indent="1270" algn="ctr">
              <a:spcBef>
                <a:spcPts val="4505"/>
              </a:spcBef>
            </a:pPr>
            <a:r>
              <a:rPr sz="2000" b="1" dirty="0">
                <a:solidFill>
                  <a:srgbClr val="FFFFFF"/>
                </a:solidFill>
                <a:latin typeface="Arial"/>
                <a:cs typeface="Arial"/>
              </a:rPr>
              <a:t>A</a:t>
            </a:r>
            <a:r>
              <a:rPr sz="2000" b="1" spc="-30" dirty="0">
                <a:solidFill>
                  <a:srgbClr val="FFFFFF"/>
                </a:solidFill>
                <a:latin typeface="Times New Roman"/>
                <a:cs typeface="Times New Roman"/>
              </a:rPr>
              <a:t> </a:t>
            </a:r>
            <a:r>
              <a:rPr sz="2000" b="1" dirty="0">
                <a:solidFill>
                  <a:srgbClr val="FFFFFF"/>
                </a:solidFill>
                <a:latin typeface="Arial"/>
                <a:cs typeface="Arial"/>
              </a:rPr>
              <a:t>process</a:t>
            </a:r>
            <a:r>
              <a:rPr sz="2000" b="1" spc="40" dirty="0">
                <a:solidFill>
                  <a:srgbClr val="FFFFFF"/>
                </a:solidFill>
                <a:latin typeface="Times New Roman"/>
                <a:cs typeface="Times New Roman"/>
              </a:rPr>
              <a:t> </a:t>
            </a:r>
            <a:r>
              <a:rPr sz="2000" b="1" dirty="0">
                <a:solidFill>
                  <a:srgbClr val="FFFFFF"/>
                </a:solidFill>
                <a:latin typeface="Arial"/>
                <a:cs typeface="Arial"/>
              </a:rPr>
              <a:t>is</a:t>
            </a:r>
            <a:r>
              <a:rPr sz="2000" b="1" dirty="0">
                <a:solidFill>
                  <a:srgbClr val="FFFFFF"/>
                </a:solidFill>
                <a:latin typeface="Times New Roman"/>
                <a:cs typeface="Times New Roman"/>
              </a:rPr>
              <a:t> </a:t>
            </a:r>
            <a:r>
              <a:rPr sz="2000" b="1" dirty="0">
                <a:solidFill>
                  <a:srgbClr val="FFFFFF"/>
                </a:solidFill>
                <a:latin typeface="Arial"/>
                <a:cs typeface="Arial"/>
              </a:rPr>
              <a:t>needed</a:t>
            </a:r>
            <a:r>
              <a:rPr sz="2000" b="1" spc="35" dirty="0">
                <a:solidFill>
                  <a:srgbClr val="FFFFFF"/>
                </a:solidFill>
                <a:latin typeface="Times New Roman"/>
                <a:cs typeface="Times New Roman"/>
              </a:rPr>
              <a:t> </a:t>
            </a:r>
            <a:r>
              <a:rPr sz="2000" b="1" dirty="0">
                <a:solidFill>
                  <a:srgbClr val="FFFFFF"/>
                </a:solidFill>
                <a:latin typeface="Arial"/>
                <a:cs typeface="Arial"/>
              </a:rPr>
              <a:t>to</a:t>
            </a:r>
            <a:r>
              <a:rPr sz="2000" b="1" dirty="0">
                <a:solidFill>
                  <a:srgbClr val="FFFFFF"/>
                </a:solidFill>
                <a:latin typeface="Times New Roman"/>
                <a:cs typeface="Times New Roman"/>
              </a:rPr>
              <a:t> </a:t>
            </a:r>
            <a:r>
              <a:rPr sz="2000" b="1" dirty="0">
                <a:solidFill>
                  <a:srgbClr val="FFFFFF"/>
                </a:solidFill>
                <a:latin typeface="Arial"/>
                <a:cs typeface="Arial"/>
              </a:rPr>
              <a:t>update</a:t>
            </a:r>
            <a:r>
              <a:rPr sz="2000" b="1" spc="40" dirty="0">
                <a:solidFill>
                  <a:srgbClr val="FFFFFF"/>
                </a:solidFill>
                <a:latin typeface="Times New Roman"/>
                <a:cs typeface="Times New Roman"/>
              </a:rPr>
              <a:t> </a:t>
            </a:r>
            <a:r>
              <a:rPr sz="2000" b="1" dirty="0">
                <a:solidFill>
                  <a:srgbClr val="FFFFFF"/>
                </a:solidFill>
                <a:latin typeface="Arial"/>
                <a:cs typeface="Arial"/>
              </a:rPr>
              <a:t>a</a:t>
            </a:r>
            <a:r>
              <a:rPr sz="2000" b="1" spc="40" dirty="0">
                <a:solidFill>
                  <a:srgbClr val="FFFFFF"/>
                </a:solidFill>
                <a:latin typeface="Times New Roman"/>
                <a:cs typeface="Times New Roman"/>
              </a:rPr>
              <a:t> </a:t>
            </a:r>
            <a:r>
              <a:rPr sz="2000" b="1" dirty="0">
                <a:solidFill>
                  <a:srgbClr val="FFFFFF"/>
                </a:solidFill>
                <a:latin typeface="Arial"/>
                <a:cs typeface="Arial"/>
              </a:rPr>
              <a:t>data</a:t>
            </a:r>
            <a:r>
              <a:rPr sz="2000" b="1" dirty="0">
                <a:solidFill>
                  <a:srgbClr val="FFFFFF"/>
                </a:solidFill>
                <a:latin typeface="Times New Roman"/>
                <a:cs typeface="Times New Roman"/>
              </a:rPr>
              <a:t> </a:t>
            </a:r>
            <a:r>
              <a:rPr sz="2000" b="1" spc="-5" dirty="0">
                <a:solidFill>
                  <a:srgbClr val="FFFFFF"/>
                </a:solidFill>
                <a:latin typeface="Arial"/>
                <a:cs typeface="Arial"/>
              </a:rPr>
              <a:t>s</a:t>
            </a:r>
            <a:r>
              <a:rPr sz="2000" b="1" dirty="0">
                <a:solidFill>
                  <a:srgbClr val="FFFFFF"/>
                </a:solidFill>
                <a:latin typeface="Arial"/>
                <a:cs typeface="Arial"/>
              </a:rPr>
              <a:t>tore</a:t>
            </a:r>
            <a:endParaRPr sz="2000" dirty="0">
              <a:latin typeface="Arial"/>
              <a:cs typeface="Arial"/>
            </a:endParaRPr>
          </a:p>
        </p:txBody>
      </p:sp>
      <p:sp>
        <p:nvSpPr>
          <p:cNvPr id="20" name="object 20"/>
          <p:cNvSpPr txBox="1"/>
          <p:nvPr/>
        </p:nvSpPr>
        <p:spPr>
          <a:xfrm>
            <a:off x="2860429" y="2557059"/>
            <a:ext cx="1295400" cy="276999"/>
          </a:xfrm>
          <a:prstGeom prst="rect">
            <a:avLst/>
          </a:prstGeom>
          <a:solidFill>
            <a:srgbClr val="FFFF00"/>
          </a:solidFill>
          <a:ln w="31750">
            <a:solidFill>
              <a:srgbClr val="000000"/>
            </a:solidFill>
          </a:ln>
        </p:spPr>
        <p:txBody>
          <a:bodyPr vert="horz" wrap="square" lIns="0" tIns="0" rIns="0" bIns="0" rtlCol="0">
            <a:spAutoFit/>
          </a:bodyPr>
          <a:lstStyle/>
          <a:p>
            <a:pPr marL="275590"/>
            <a:r>
              <a:rPr dirty="0">
                <a:latin typeface="Arial"/>
                <a:cs typeface="Arial"/>
              </a:rPr>
              <a:t>P</a:t>
            </a:r>
            <a:r>
              <a:rPr spc="-10" dirty="0">
                <a:latin typeface="Arial"/>
                <a:cs typeface="Arial"/>
              </a:rPr>
              <a:t>a</a:t>
            </a:r>
            <a:r>
              <a:rPr dirty="0">
                <a:latin typeface="Arial"/>
                <a:cs typeface="Arial"/>
              </a:rPr>
              <a:t>tie</a:t>
            </a:r>
            <a:r>
              <a:rPr spc="-15" dirty="0">
                <a:latin typeface="Arial"/>
                <a:cs typeface="Arial"/>
              </a:rPr>
              <a:t>n</a:t>
            </a:r>
            <a:r>
              <a:rPr spc="-5" dirty="0">
                <a:latin typeface="Arial"/>
                <a:cs typeface="Arial"/>
              </a:rPr>
              <a:t>t</a:t>
            </a:r>
            <a:endParaRPr dirty="0">
              <a:latin typeface="Arial"/>
              <a:cs typeface="Arial"/>
            </a:endParaRPr>
          </a:p>
        </p:txBody>
      </p:sp>
      <p:sp>
        <p:nvSpPr>
          <p:cNvPr id="21" name="object 21"/>
          <p:cNvSpPr txBox="1"/>
          <p:nvPr/>
        </p:nvSpPr>
        <p:spPr>
          <a:xfrm>
            <a:off x="8557012" y="2428888"/>
            <a:ext cx="676275" cy="615553"/>
          </a:xfrm>
          <a:prstGeom prst="rect">
            <a:avLst/>
          </a:prstGeom>
        </p:spPr>
        <p:txBody>
          <a:bodyPr vert="horz" wrap="square" lIns="0" tIns="0" rIns="0" bIns="0" rtlCol="0">
            <a:spAutoFit/>
          </a:bodyPr>
          <a:lstStyle/>
          <a:p>
            <a:pPr marL="12700" marR="5080" indent="15240"/>
            <a:r>
              <a:rPr sz="2000" b="1" spc="-5" dirty="0">
                <a:latin typeface="Arial"/>
                <a:cs typeface="Arial"/>
              </a:rPr>
              <a:t>D</a:t>
            </a:r>
            <a:r>
              <a:rPr sz="2000" b="1" dirty="0">
                <a:latin typeface="Arial"/>
                <a:cs typeface="Arial"/>
              </a:rPr>
              <a:t>ata</a:t>
            </a:r>
            <a:r>
              <a:rPr sz="2000" b="1" dirty="0">
                <a:latin typeface="Times New Roman"/>
                <a:cs typeface="Times New Roman"/>
              </a:rPr>
              <a:t> </a:t>
            </a:r>
            <a:r>
              <a:rPr sz="2000" b="1" dirty="0">
                <a:latin typeface="Arial"/>
                <a:cs typeface="Arial"/>
              </a:rPr>
              <a:t>Store</a:t>
            </a:r>
            <a:endParaRPr sz="2000">
              <a:latin typeface="Arial"/>
              <a:cs typeface="Arial"/>
            </a:endParaRPr>
          </a:p>
        </p:txBody>
      </p:sp>
      <p:sp>
        <p:nvSpPr>
          <p:cNvPr id="22" name="object 22"/>
          <p:cNvSpPr txBox="1"/>
          <p:nvPr/>
        </p:nvSpPr>
        <p:spPr>
          <a:xfrm>
            <a:off x="2882553" y="4655820"/>
            <a:ext cx="1295400" cy="276999"/>
          </a:xfrm>
          <a:prstGeom prst="rect">
            <a:avLst/>
          </a:prstGeom>
          <a:solidFill>
            <a:srgbClr val="FFFF00"/>
          </a:solidFill>
          <a:ln w="31750">
            <a:solidFill>
              <a:srgbClr val="000000"/>
            </a:solidFill>
          </a:ln>
        </p:spPr>
        <p:txBody>
          <a:bodyPr vert="horz" wrap="square" lIns="0" tIns="0" rIns="0" bIns="0" rtlCol="0">
            <a:spAutoFit/>
          </a:bodyPr>
          <a:lstStyle/>
          <a:p>
            <a:pPr marL="275590"/>
            <a:r>
              <a:rPr dirty="0">
                <a:latin typeface="Arial"/>
                <a:cs typeface="Arial"/>
              </a:rPr>
              <a:t>P</a:t>
            </a:r>
            <a:r>
              <a:rPr spc="-10" dirty="0">
                <a:latin typeface="Arial"/>
                <a:cs typeface="Arial"/>
              </a:rPr>
              <a:t>a</a:t>
            </a:r>
            <a:r>
              <a:rPr dirty="0">
                <a:latin typeface="Arial"/>
                <a:cs typeface="Arial"/>
              </a:rPr>
              <a:t>tie</a:t>
            </a:r>
            <a:r>
              <a:rPr spc="-15" dirty="0">
                <a:latin typeface="Arial"/>
                <a:cs typeface="Arial"/>
              </a:rPr>
              <a:t>n</a:t>
            </a:r>
            <a:r>
              <a:rPr spc="-5" dirty="0">
                <a:latin typeface="Arial"/>
                <a:cs typeface="Arial"/>
              </a:rPr>
              <a:t>t</a:t>
            </a:r>
            <a:endParaRPr>
              <a:latin typeface="Arial"/>
              <a:cs typeface="Arial"/>
            </a:endParaRPr>
          </a:p>
        </p:txBody>
      </p:sp>
      <p:sp>
        <p:nvSpPr>
          <p:cNvPr id="23" name="object 23"/>
          <p:cNvSpPr txBox="1"/>
          <p:nvPr/>
        </p:nvSpPr>
        <p:spPr>
          <a:xfrm>
            <a:off x="8568696" y="4486544"/>
            <a:ext cx="676275" cy="615553"/>
          </a:xfrm>
          <a:prstGeom prst="rect">
            <a:avLst/>
          </a:prstGeom>
        </p:spPr>
        <p:txBody>
          <a:bodyPr vert="horz" wrap="square" lIns="0" tIns="0" rIns="0" bIns="0" rtlCol="0">
            <a:spAutoFit/>
          </a:bodyPr>
          <a:lstStyle/>
          <a:p>
            <a:pPr marL="12700" marR="5080" indent="15240"/>
            <a:r>
              <a:rPr sz="2000" b="1" spc="-5" dirty="0">
                <a:latin typeface="Arial"/>
                <a:cs typeface="Arial"/>
              </a:rPr>
              <a:t>D</a:t>
            </a:r>
            <a:r>
              <a:rPr sz="2000" b="1" dirty="0">
                <a:latin typeface="Arial"/>
                <a:cs typeface="Arial"/>
              </a:rPr>
              <a:t>ata</a:t>
            </a:r>
            <a:r>
              <a:rPr sz="2000" b="1" dirty="0">
                <a:latin typeface="Times New Roman"/>
                <a:cs typeface="Times New Roman"/>
              </a:rPr>
              <a:t> </a:t>
            </a:r>
            <a:r>
              <a:rPr sz="2000" b="1" dirty="0">
                <a:latin typeface="Arial"/>
                <a:cs typeface="Arial"/>
              </a:rPr>
              <a:t>Store</a:t>
            </a:r>
            <a:endParaRPr sz="2000">
              <a:latin typeface="Arial"/>
              <a:cs typeface="Arial"/>
            </a:endParaRPr>
          </a:p>
        </p:txBody>
      </p:sp>
      <p:sp>
        <p:nvSpPr>
          <p:cNvPr id="24" name="object 24"/>
          <p:cNvSpPr/>
          <p:nvPr/>
        </p:nvSpPr>
        <p:spPr>
          <a:xfrm>
            <a:off x="4953000" y="3886200"/>
            <a:ext cx="2057400" cy="1752600"/>
          </a:xfrm>
          <a:custGeom>
            <a:avLst/>
            <a:gdLst/>
            <a:ahLst/>
            <a:cxnLst/>
            <a:rect l="l" t="t" r="r" b="b"/>
            <a:pathLst>
              <a:path w="2057400" h="1752600">
                <a:moveTo>
                  <a:pt x="0" y="292095"/>
                </a:moveTo>
                <a:lnTo>
                  <a:pt x="3824" y="244725"/>
                </a:lnTo>
                <a:lnTo>
                  <a:pt x="14895" y="199785"/>
                </a:lnTo>
                <a:lnTo>
                  <a:pt x="32611" y="157877"/>
                </a:lnTo>
                <a:lnTo>
                  <a:pt x="56369" y="119604"/>
                </a:lnTo>
                <a:lnTo>
                  <a:pt x="85568" y="85567"/>
                </a:lnTo>
                <a:lnTo>
                  <a:pt x="119605" y="56368"/>
                </a:lnTo>
                <a:lnTo>
                  <a:pt x="157878" y="32610"/>
                </a:lnTo>
                <a:lnTo>
                  <a:pt x="199784" y="14894"/>
                </a:lnTo>
                <a:lnTo>
                  <a:pt x="244722" y="3824"/>
                </a:lnTo>
                <a:lnTo>
                  <a:pt x="292089" y="0"/>
                </a:lnTo>
                <a:lnTo>
                  <a:pt x="1765310" y="0"/>
                </a:lnTo>
                <a:lnTo>
                  <a:pt x="1812677" y="3824"/>
                </a:lnTo>
                <a:lnTo>
                  <a:pt x="1857615" y="14894"/>
                </a:lnTo>
                <a:lnTo>
                  <a:pt x="1899521" y="32610"/>
                </a:lnTo>
                <a:lnTo>
                  <a:pt x="1937794" y="56368"/>
                </a:lnTo>
                <a:lnTo>
                  <a:pt x="1971831" y="85567"/>
                </a:lnTo>
                <a:lnTo>
                  <a:pt x="2001029" y="119604"/>
                </a:lnTo>
                <a:lnTo>
                  <a:pt x="2024788" y="157877"/>
                </a:lnTo>
                <a:lnTo>
                  <a:pt x="2042504" y="199785"/>
                </a:lnTo>
                <a:lnTo>
                  <a:pt x="2053575" y="244725"/>
                </a:lnTo>
                <a:lnTo>
                  <a:pt x="2057399" y="292095"/>
                </a:lnTo>
                <a:lnTo>
                  <a:pt x="2057399" y="1460504"/>
                </a:lnTo>
                <a:lnTo>
                  <a:pt x="2053575" y="1507874"/>
                </a:lnTo>
                <a:lnTo>
                  <a:pt x="2042504" y="1552814"/>
                </a:lnTo>
                <a:lnTo>
                  <a:pt x="2024788" y="1594722"/>
                </a:lnTo>
                <a:lnTo>
                  <a:pt x="2001029" y="1632995"/>
                </a:lnTo>
                <a:lnTo>
                  <a:pt x="1971831" y="1667032"/>
                </a:lnTo>
                <a:lnTo>
                  <a:pt x="1937794" y="1696231"/>
                </a:lnTo>
                <a:lnTo>
                  <a:pt x="1899521" y="1719989"/>
                </a:lnTo>
                <a:lnTo>
                  <a:pt x="1857615" y="1737705"/>
                </a:lnTo>
                <a:lnTo>
                  <a:pt x="1812677" y="1748775"/>
                </a:lnTo>
                <a:lnTo>
                  <a:pt x="1765310" y="1752599"/>
                </a:lnTo>
                <a:lnTo>
                  <a:pt x="292089" y="1752599"/>
                </a:lnTo>
                <a:lnTo>
                  <a:pt x="244722" y="1748775"/>
                </a:lnTo>
                <a:lnTo>
                  <a:pt x="199784" y="1737705"/>
                </a:lnTo>
                <a:lnTo>
                  <a:pt x="157878" y="1719989"/>
                </a:lnTo>
                <a:lnTo>
                  <a:pt x="119605" y="1696231"/>
                </a:lnTo>
                <a:lnTo>
                  <a:pt x="85568" y="1667032"/>
                </a:lnTo>
                <a:lnTo>
                  <a:pt x="56369" y="1632995"/>
                </a:lnTo>
                <a:lnTo>
                  <a:pt x="32611" y="1594722"/>
                </a:lnTo>
                <a:lnTo>
                  <a:pt x="14895" y="1552814"/>
                </a:lnTo>
                <a:lnTo>
                  <a:pt x="3824" y="1507874"/>
                </a:lnTo>
                <a:lnTo>
                  <a:pt x="0" y="1460504"/>
                </a:lnTo>
                <a:lnTo>
                  <a:pt x="0" y="292095"/>
                </a:lnTo>
                <a:close/>
              </a:path>
            </a:pathLst>
          </a:custGeom>
          <a:ln w="31750">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70063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621280" y="998696"/>
            <a:ext cx="10058400" cy="738664"/>
          </a:xfrm>
          <a:prstGeom prst="rect">
            <a:avLst/>
          </a:prstGeom>
        </p:spPr>
        <p:txBody>
          <a:bodyPr vert="horz" wrap="square" lIns="0" tIns="0" rIns="0" bIns="0" rtlCol="0" anchor="b">
            <a:spAutoFit/>
          </a:bodyPr>
          <a:lstStyle/>
          <a:p>
            <a:pPr marL="393700">
              <a:lnSpc>
                <a:spcPct val="100000"/>
              </a:lnSpc>
            </a:pPr>
            <a:r>
              <a:rPr spc="-15" dirty="0">
                <a:latin typeface="Arial"/>
                <a:cs typeface="Arial"/>
              </a:rPr>
              <a:t>Illegal</a:t>
            </a:r>
            <a:r>
              <a:rPr spc="114" dirty="0">
                <a:latin typeface="Times New Roman"/>
                <a:cs typeface="Times New Roman"/>
              </a:rPr>
              <a:t> </a:t>
            </a:r>
            <a:r>
              <a:rPr spc="-30" dirty="0">
                <a:latin typeface="Arial"/>
                <a:cs typeface="Arial"/>
              </a:rPr>
              <a:t>Dat</a:t>
            </a:r>
            <a:r>
              <a:rPr spc="-25" dirty="0">
                <a:latin typeface="Arial"/>
                <a:cs typeface="Arial"/>
              </a:rPr>
              <a:t>a</a:t>
            </a:r>
            <a:r>
              <a:rPr spc="110" dirty="0">
                <a:latin typeface="Times New Roman"/>
                <a:cs typeface="Times New Roman"/>
              </a:rPr>
              <a:t> </a:t>
            </a:r>
            <a:r>
              <a:rPr spc="-25" dirty="0">
                <a:latin typeface="Arial"/>
                <a:cs typeface="Arial"/>
              </a:rPr>
              <a:t>Flows</a:t>
            </a:r>
          </a:p>
        </p:txBody>
      </p:sp>
      <p:sp>
        <p:nvSpPr>
          <p:cNvPr id="7" name="object 7"/>
          <p:cNvSpPr/>
          <p:nvPr/>
        </p:nvSpPr>
        <p:spPr>
          <a:xfrm>
            <a:off x="4191000" y="2695559"/>
            <a:ext cx="3581400" cy="95250"/>
          </a:xfrm>
          <a:custGeom>
            <a:avLst/>
            <a:gdLst/>
            <a:ahLst/>
            <a:cxnLst/>
            <a:rect l="l" t="t" r="r" b="b"/>
            <a:pathLst>
              <a:path w="3581400" h="95250">
                <a:moveTo>
                  <a:pt x="3486149" y="0"/>
                </a:moveTo>
                <a:lnTo>
                  <a:pt x="3486149" y="95249"/>
                </a:lnTo>
                <a:lnTo>
                  <a:pt x="3549665" y="63502"/>
                </a:lnTo>
                <a:lnTo>
                  <a:pt x="3502030" y="63502"/>
                </a:lnTo>
                <a:lnTo>
                  <a:pt x="3502030" y="31760"/>
                </a:lnTo>
                <a:lnTo>
                  <a:pt x="3549649" y="31760"/>
                </a:lnTo>
                <a:lnTo>
                  <a:pt x="3486149" y="0"/>
                </a:lnTo>
                <a:close/>
              </a:path>
              <a:path w="3581400" h="95250">
                <a:moveTo>
                  <a:pt x="3486149" y="31760"/>
                </a:moveTo>
                <a:lnTo>
                  <a:pt x="0" y="31760"/>
                </a:lnTo>
                <a:lnTo>
                  <a:pt x="0" y="63502"/>
                </a:lnTo>
                <a:lnTo>
                  <a:pt x="3486149" y="63502"/>
                </a:lnTo>
                <a:lnTo>
                  <a:pt x="3486149" y="31760"/>
                </a:lnTo>
                <a:close/>
              </a:path>
              <a:path w="3581400" h="95250">
                <a:moveTo>
                  <a:pt x="3549649" y="31760"/>
                </a:moveTo>
                <a:lnTo>
                  <a:pt x="3502030" y="31760"/>
                </a:lnTo>
                <a:lnTo>
                  <a:pt x="3502030" y="63502"/>
                </a:lnTo>
                <a:lnTo>
                  <a:pt x="3549665" y="63502"/>
                </a:lnTo>
                <a:lnTo>
                  <a:pt x="3581399" y="47640"/>
                </a:lnTo>
                <a:lnTo>
                  <a:pt x="3549649" y="31760"/>
                </a:lnTo>
                <a:close/>
              </a:path>
            </a:pathLst>
          </a:custGeom>
          <a:solidFill>
            <a:srgbClr val="000000"/>
          </a:solidFill>
        </p:spPr>
        <p:txBody>
          <a:bodyPr wrap="square" lIns="0" tIns="0" rIns="0" bIns="0" rtlCol="0"/>
          <a:lstStyle/>
          <a:p>
            <a:endParaRPr/>
          </a:p>
        </p:txBody>
      </p:sp>
      <p:sp>
        <p:nvSpPr>
          <p:cNvPr id="8" name="object 8"/>
          <p:cNvSpPr/>
          <p:nvPr/>
        </p:nvSpPr>
        <p:spPr>
          <a:xfrm>
            <a:off x="7772401" y="22860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solidFill>
            <a:srgbClr val="7F007F"/>
          </a:solidFill>
        </p:spPr>
        <p:txBody>
          <a:bodyPr wrap="square" lIns="0" tIns="0" rIns="0" bIns="0" rtlCol="0"/>
          <a:lstStyle/>
          <a:p>
            <a:endParaRPr/>
          </a:p>
        </p:txBody>
      </p:sp>
      <p:sp>
        <p:nvSpPr>
          <p:cNvPr id="9" name="object 9"/>
          <p:cNvSpPr/>
          <p:nvPr/>
        </p:nvSpPr>
        <p:spPr>
          <a:xfrm>
            <a:off x="7772401" y="22860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ln w="31750">
            <a:solidFill>
              <a:srgbClr val="000000"/>
            </a:solidFill>
          </a:ln>
        </p:spPr>
        <p:txBody>
          <a:bodyPr wrap="square" lIns="0" tIns="0" rIns="0" bIns="0" rtlCol="0"/>
          <a:lstStyle/>
          <a:p>
            <a:endParaRPr/>
          </a:p>
        </p:txBody>
      </p:sp>
      <p:sp>
        <p:nvSpPr>
          <p:cNvPr id="10" name="object 10"/>
          <p:cNvSpPr/>
          <p:nvPr/>
        </p:nvSpPr>
        <p:spPr>
          <a:xfrm>
            <a:off x="8265291" y="22860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solidFill>
            <a:srgbClr val="FFFFFF"/>
          </a:solidFill>
        </p:spPr>
        <p:txBody>
          <a:bodyPr wrap="square" lIns="0" tIns="0" rIns="0" bIns="0" rtlCol="0"/>
          <a:lstStyle/>
          <a:p>
            <a:endParaRPr/>
          </a:p>
        </p:txBody>
      </p:sp>
      <p:sp>
        <p:nvSpPr>
          <p:cNvPr id="11" name="object 11"/>
          <p:cNvSpPr/>
          <p:nvPr/>
        </p:nvSpPr>
        <p:spPr>
          <a:xfrm>
            <a:off x="8265291" y="22860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ln w="31750">
            <a:solidFill>
              <a:srgbClr val="000000"/>
            </a:solidFill>
          </a:ln>
        </p:spPr>
        <p:txBody>
          <a:bodyPr wrap="square" lIns="0" tIns="0" rIns="0" bIns="0" rtlCol="0"/>
          <a:lstStyle/>
          <a:p>
            <a:endParaRPr/>
          </a:p>
        </p:txBody>
      </p:sp>
      <p:sp>
        <p:nvSpPr>
          <p:cNvPr id="12" name="object 12"/>
          <p:cNvSpPr txBox="1"/>
          <p:nvPr/>
        </p:nvSpPr>
        <p:spPr>
          <a:xfrm>
            <a:off x="8557012" y="2428888"/>
            <a:ext cx="676275" cy="615553"/>
          </a:xfrm>
          <a:prstGeom prst="rect">
            <a:avLst/>
          </a:prstGeom>
        </p:spPr>
        <p:txBody>
          <a:bodyPr vert="horz" wrap="square" lIns="0" tIns="0" rIns="0" bIns="0" rtlCol="0">
            <a:spAutoFit/>
          </a:bodyPr>
          <a:lstStyle/>
          <a:p>
            <a:pPr marL="12700" marR="5080" indent="15240"/>
            <a:r>
              <a:rPr sz="2000" b="1" spc="-5" dirty="0">
                <a:latin typeface="Arial"/>
                <a:cs typeface="Arial"/>
              </a:rPr>
              <a:t>D</a:t>
            </a:r>
            <a:r>
              <a:rPr sz="2000" b="1" dirty="0">
                <a:latin typeface="Arial"/>
                <a:cs typeface="Arial"/>
              </a:rPr>
              <a:t>ata</a:t>
            </a:r>
            <a:r>
              <a:rPr sz="2000" b="1" dirty="0">
                <a:latin typeface="Times New Roman"/>
                <a:cs typeface="Times New Roman"/>
              </a:rPr>
              <a:t> </a:t>
            </a:r>
            <a:r>
              <a:rPr sz="2000" b="1" dirty="0">
                <a:latin typeface="Arial"/>
                <a:cs typeface="Arial"/>
              </a:rPr>
              <a:t>Store</a:t>
            </a:r>
            <a:endParaRPr sz="2000">
              <a:latin typeface="Arial"/>
              <a:cs typeface="Arial"/>
            </a:endParaRPr>
          </a:p>
        </p:txBody>
      </p:sp>
      <p:sp>
        <p:nvSpPr>
          <p:cNvPr id="13" name="object 13"/>
          <p:cNvSpPr/>
          <p:nvPr/>
        </p:nvSpPr>
        <p:spPr>
          <a:xfrm>
            <a:off x="9525000" y="2286000"/>
            <a:ext cx="0" cy="838200"/>
          </a:xfrm>
          <a:custGeom>
            <a:avLst/>
            <a:gdLst/>
            <a:ahLst/>
            <a:cxnLst/>
            <a:rect l="l" t="t" r="r" b="b"/>
            <a:pathLst>
              <a:path h="838200">
                <a:moveTo>
                  <a:pt x="0" y="0"/>
                </a:moveTo>
                <a:lnTo>
                  <a:pt x="0" y="838199"/>
                </a:lnTo>
              </a:path>
            </a:pathLst>
          </a:custGeom>
          <a:ln w="31750">
            <a:solidFill>
              <a:srgbClr val="FFFFFF"/>
            </a:solidFill>
          </a:ln>
        </p:spPr>
        <p:txBody>
          <a:bodyPr wrap="square" lIns="0" tIns="0" rIns="0" bIns="0" rtlCol="0"/>
          <a:lstStyle/>
          <a:p>
            <a:endParaRPr/>
          </a:p>
        </p:txBody>
      </p:sp>
      <p:sp>
        <p:nvSpPr>
          <p:cNvPr id="14" name="object 14"/>
          <p:cNvSpPr/>
          <p:nvPr/>
        </p:nvSpPr>
        <p:spPr>
          <a:xfrm>
            <a:off x="2447115" y="2286000"/>
            <a:ext cx="493395" cy="838200"/>
          </a:xfrm>
          <a:custGeom>
            <a:avLst/>
            <a:gdLst/>
            <a:ahLst/>
            <a:cxnLst/>
            <a:rect l="l" t="t" r="r" b="b"/>
            <a:pathLst>
              <a:path w="493394" h="838200">
                <a:moveTo>
                  <a:pt x="0" y="838199"/>
                </a:moveTo>
                <a:lnTo>
                  <a:pt x="492919" y="838199"/>
                </a:lnTo>
                <a:lnTo>
                  <a:pt x="492919" y="0"/>
                </a:lnTo>
                <a:lnTo>
                  <a:pt x="0" y="0"/>
                </a:lnTo>
                <a:lnTo>
                  <a:pt x="0" y="838199"/>
                </a:lnTo>
                <a:close/>
              </a:path>
            </a:pathLst>
          </a:custGeom>
          <a:solidFill>
            <a:srgbClr val="7F007F"/>
          </a:solidFill>
        </p:spPr>
        <p:txBody>
          <a:bodyPr wrap="square" lIns="0" tIns="0" rIns="0" bIns="0" rtlCol="0"/>
          <a:lstStyle/>
          <a:p>
            <a:endParaRPr/>
          </a:p>
        </p:txBody>
      </p:sp>
      <p:sp>
        <p:nvSpPr>
          <p:cNvPr id="15" name="object 15"/>
          <p:cNvSpPr/>
          <p:nvPr/>
        </p:nvSpPr>
        <p:spPr>
          <a:xfrm>
            <a:off x="2447115" y="2286000"/>
            <a:ext cx="493395" cy="838200"/>
          </a:xfrm>
          <a:custGeom>
            <a:avLst/>
            <a:gdLst/>
            <a:ahLst/>
            <a:cxnLst/>
            <a:rect l="l" t="t" r="r" b="b"/>
            <a:pathLst>
              <a:path w="493394" h="838200">
                <a:moveTo>
                  <a:pt x="0" y="838199"/>
                </a:moveTo>
                <a:lnTo>
                  <a:pt x="492919" y="838199"/>
                </a:lnTo>
                <a:lnTo>
                  <a:pt x="492919" y="0"/>
                </a:lnTo>
                <a:lnTo>
                  <a:pt x="0" y="0"/>
                </a:lnTo>
                <a:lnTo>
                  <a:pt x="0" y="838199"/>
                </a:lnTo>
                <a:close/>
              </a:path>
            </a:pathLst>
          </a:custGeom>
          <a:ln w="31750">
            <a:solidFill>
              <a:srgbClr val="000000"/>
            </a:solidFill>
          </a:ln>
        </p:spPr>
        <p:txBody>
          <a:bodyPr wrap="square" lIns="0" tIns="0" rIns="0" bIns="0" rtlCol="0"/>
          <a:lstStyle/>
          <a:p>
            <a:endParaRPr/>
          </a:p>
        </p:txBody>
      </p:sp>
      <p:sp>
        <p:nvSpPr>
          <p:cNvPr id="16" name="object 16"/>
          <p:cNvSpPr/>
          <p:nvPr/>
        </p:nvSpPr>
        <p:spPr>
          <a:xfrm>
            <a:off x="2940045" y="2286000"/>
            <a:ext cx="1259840" cy="838200"/>
          </a:xfrm>
          <a:custGeom>
            <a:avLst/>
            <a:gdLst/>
            <a:ahLst/>
            <a:cxnLst/>
            <a:rect l="l" t="t" r="r" b="b"/>
            <a:pathLst>
              <a:path w="1259839" h="838200">
                <a:moveTo>
                  <a:pt x="0" y="838199"/>
                </a:moveTo>
                <a:lnTo>
                  <a:pt x="1259680" y="838199"/>
                </a:lnTo>
                <a:lnTo>
                  <a:pt x="1259680" y="0"/>
                </a:lnTo>
                <a:lnTo>
                  <a:pt x="0" y="0"/>
                </a:lnTo>
                <a:lnTo>
                  <a:pt x="0" y="838199"/>
                </a:lnTo>
                <a:close/>
              </a:path>
            </a:pathLst>
          </a:custGeom>
          <a:solidFill>
            <a:srgbClr val="FFFFFF"/>
          </a:solidFill>
        </p:spPr>
        <p:txBody>
          <a:bodyPr wrap="square" lIns="0" tIns="0" rIns="0" bIns="0" rtlCol="0"/>
          <a:lstStyle/>
          <a:p>
            <a:endParaRPr/>
          </a:p>
        </p:txBody>
      </p:sp>
      <p:sp>
        <p:nvSpPr>
          <p:cNvPr id="17" name="object 17"/>
          <p:cNvSpPr/>
          <p:nvPr/>
        </p:nvSpPr>
        <p:spPr>
          <a:xfrm>
            <a:off x="2940045" y="2286000"/>
            <a:ext cx="1259840" cy="838200"/>
          </a:xfrm>
          <a:custGeom>
            <a:avLst/>
            <a:gdLst/>
            <a:ahLst/>
            <a:cxnLst/>
            <a:rect l="l" t="t" r="r" b="b"/>
            <a:pathLst>
              <a:path w="1259839" h="838200">
                <a:moveTo>
                  <a:pt x="0" y="838199"/>
                </a:moveTo>
                <a:lnTo>
                  <a:pt x="1259680" y="838199"/>
                </a:lnTo>
                <a:lnTo>
                  <a:pt x="1259680" y="0"/>
                </a:lnTo>
                <a:lnTo>
                  <a:pt x="0" y="0"/>
                </a:lnTo>
                <a:lnTo>
                  <a:pt x="0" y="838199"/>
                </a:lnTo>
                <a:close/>
              </a:path>
            </a:pathLst>
          </a:custGeom>
          <a:ln w="31750">
            <a:solidFill>
              <a:srgbClr val="000000"/>
            </a:solidFill>
          </a:ln>
        </p:spPr>
        <p:txBody>
          <a:bodyPr wrap="square" lIns="0" tIns="0" rIns="0" bIns="0" rtlCol="0"/>
          <a:lstStyle/>
          <a:p>
            <a:endParaRPr/>
          </a:p>
        </p:txBody>
      </p:sp>
      <p:sp>
        <p:nvSpPr>
          <p:cNvPr id="18" name="object 18"/>
          <p:cNvSpPr txBox="1"/>
          <p:nvPr/>
        </p:nvSpPr>
        <p:spPr>
          <a:xfrm>
            <a:off x="3231009" y="2428888"/>
            <a:ext cx="676275" cy="615553"/>
          </a:xfrm>
          <a:prstGeom prst="rect">
            <a:avLst/>
          </a:prstGeom>
        </p:spPr>
        <p:txBody>
          <a:bodyPr vert="horz" wrap="square" lIns="0" tIns="0" rIns="0" bIns="0" rtlCol="0">
            <a:spAutoFit/>
          </a:bodyPr>
          <a:lstStyle/>
          <a:p>
            <a:pPr marL="12700" marR="5080" indent="15240"/>
            <a:r>
              <a:rPr sz="2000" b="1" spc="-5" dirty="0">
                <a:latin typeface="Arial"/>
                <a:cs typeface="Arial"/>
              </a:rPr>
              <a:t>D</a:t>
            </a:r>
            <a:r>
              <a:rPr sz="2000" b="1" dirty="0">
                <a:latin typeface="Arial"/>
                <a:cs typeface="Arial"/>
              </a:rPr>
              <a:t>ata</a:t>
            </a:r>
            <a:r>
              <a:rPr sz="2000" b="1" dirty="0">
                <a:latin typeface="Times New Roman"/>
                <a:cs typeface="Times New Roman"/>
              </a:rPr>
              <a:t> </a:t>
            </a:r>
            <a:r>
              <a:rPr sz="2000" b="1" dirty="0">
                <a:latin typeface="Arial"/>
                <a:cs typeface="Arial"/>
              </a:rPr>
              <a:t>Store</a:t>
            </a:r>
            <a:endParaRPr sz="2000">
              <a:latin typeface="Arial"/>
              <a:cs typeface="Arial"/>
            </a:endParaRPr>
          </a:p>
        </p:txBody>
      </p:sp>
      <p:sp>
        <p:nvSpPr>
          <p:cNvPr id="19" name="object 19"/>
          <p:cNvSpPr/>
          <p:nvPr/>
        </p:nvSpPr>
        <p:spPr>
          <a:xfrm>
            <a:off x="4199763" y="2286000"/>
            <a:ext cx="0" cy="838200"/>
          </a:xfrm>
          <a:custGeom>
            <a:avLst/>
            <a:gdLst/>
            <a:ahLst/>
            <a:cxnLst/>
            <a:rect l="l" t="t" r="r" b="b"/>
            <a:pathLst>
              <a:path h="838200">
                <a:moveTo>
                  <a:pt x="0" y="0"/>
                </a:moveTo>
                <a:lnTo>
                  <a:pt x="0" y="838199"/>
                </a:lnTo>
              </a:path>
            </a:pathLst>
          </a:custGeom>
          <a:ln w="31750">
            <a:solidFill>
              <a:srgbClr val="FFFFFF"/>
            </a:solidFill>
          </a:ln>
        </p:spPr>
        <p:txBody>
          <a:bodyPr wrap="square" lIns="0" tIns="0" rIns="0" bIns="0" rtlCol="0"/>
          <a:lstStyle/>
          <a:p>
            <a:endParaRPr/>
          </a:p>
        </p:txBody>
      </p:sp>
      <p:sp>
        <p:nvSpPr>
          <p:cNvPr id="20" name="object 20"/>
          <p:cNvSpPr/>
          <p:nvPr/>
        </p:nvSpPr>
        <p:spPr>
          <a:xfrm>
            <a:off x="4191000" y="4752975"/>
            <a:ext cx="3581400" cy="95250"/>
          </a:xfrm>
          <a:custGeom>
            <a:avLst/>
            <a:gdLst/>
            <a:ahLst/>
            <a:cxnLst/>
            <a:rect l="l" t="t" r="r" b="b"/>
            <a:pathLst>
              <a:path w="3581400" h="95250">
                <a:moveTo>
                  <a:pt x="3486149" y="0"/>
                </a:moveTo>
                <a:lnTo>
                  <a:pt x="3486149" y="95249"/>
                </a:lnTo>
                <a:lnTo>
                  <a:pt x="3549657" y="63496"/>
                </a:lnTo>
                <a:lnTo>
                  <a:pt x="3502030" y="63496"/>
                </a:lnTo>
                <a:lnTo>
                  <a:pt x="3502030" y="31754"/>
                </a:lnTo>
                <a:lnTo>
                  <a:pt x="3549658" y="31754"/>
                </a:lnTo>
                <a:lnTo>
                  <a:pt x="3486149" y="0"/>
                </a:lnTo>
                <a:close/>
              </a:path>
              <a:path w="3581400" h="95250">
                <a:moveTo>
                  <a:pt x="3486149" y="31754"/>
                </a:moveTo>
                <a:lnTo>
                  <a:pt x="0" y="31754"/>
                </a:lnTo>
                <a:lnTo>
                  <a:pt x="0" y="63496"/>
                </a:lnTo>
                <a:lnTo>
                  <a:pt x="3486149" y="63496"/>
                </a:lnTo>
                <a:lnTo>
                  <a:pt x="3486149" y="31754"/>
                </a:lnTo>
                <a:close/>
              </a:path>
              <a:path w="3581400" h="95250">
                <a:moveTo>
                  <a:pt x="3549658" y="31754"/>
                </a:moveTo>
                <a:lnTo>
                  <a:pt x="3502030" y="31754"/>
                </a:lnTo>
                <a:lnTo>
                  <a:pt x="3502030" y="63496"/>
                </a:lnTo>
                <a:lnTo>
                  <a:pt x="3549657" y="63496"/>
                </a:lnTo>
                <a:lnTo>
                  <a:pt x="3581399" y="47624"/>
                </a:lnTo>
                <a:lnTo>
                  <a:pt x="3549658" y="31754"/>
                </a:lnTo>
                <a:close/>
              </a:path>
            </a:pathLst>
          </a:custGeom>
          <a:solidFill>
            <a:srgbClr val="000000"/>
          </a:solidFill>
        </p:spPr>
        <p:txBody>
          <a:bodyPr wrap="square" lIns="0" tIns="0" rIns="0" bIns="0" rtlCol="0"/>
          <a:lstStyle/>
          <a:p>
            <a:endParaRPr/>
          </a:p>
        </p:txBody>
      </p:sp>
      <p:sp>
        <p:nvSpPr>
          <p:cNvPr id="21" name="object 21"/>
          <p:cNvSpPr/>
          <p:nvPr/>
        </p:nvSpPr>
        <p:spPr>
          <a:xfrm>
            <a:off x="7783708" y="43434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solidFill>
            <a:srgbClr val="7F007F"/>
          </a:solidFill>
        </p:spPr>
        <p:txBody>
          <a:bodyPr wrap="square" lIns="0" tIns="0" rIns="0" bIns="0" rtlCol="0"/>
          <a:lstStyle/>
          <a:p>
            <a:endParaRPr/>
          </a:p>
        </p:txBody>
      </p:sp>
      <p:sp>
        <p:nvSpPr>
          <p:cNvPr id="22" name="object 22"/>
          <p:cNvSpPr/>
          <p:nvPr/>
        </p:nvSpPr>
        <p:spPr>
          <a:xfrm>
            <a:off x="7783708" y="4343400"/>
            <a:ext cx="493395" cy="838200"/>
          </a:xfrm>
          <a:custGeom>
            <a:avLst/>
            <a:gdLst/>
            <a:ahLst/>
            <a:cxnLst/>
            <a:rect l="l" t="t" r="r" b="b"/>
            <a:pathLst>
              <a:path w="493395" h="838200">
                <a:moveTo>
                  <a:pt x="0" y="838199"/>
                </a:moveTo>
                <a:lnTo>
                  <a:pt x="492931" y="838199"/>
                </a:lnTo>
                <a:lnTo>
                  <a:pt x="492931" y="0"/>
                </a:lnTo>
                <a:lnTo>
                  <a:pt x="0" y="0"/>
                </a:lnTo>
                <a:lnTo>
                  <a:pt x="0" y="838199"/>
                </a:lnTo>
                <a:close/>
              </a:path>
            </a:pathLst>
          </a:custGeom>
          <a:ln w="31750">
            <a:solidFill>
              <a:srgbClr val="000000"/>
            </a:solidFill>
          </a:ln>
        </p:spPr>
        <p:txBody>
          <a:bodyPr wrap="square" lIns="0" tIns="0" rIns="0" bIns="0" rtlCol="0"/>
          <a:lstStyle/>
          <a:p>
            <a:endParaRPr/>
          </a:p>
        </p:txBody>
      </p:sp>
      <p:sp>
        <p:nvSpPr>
          <p:cNvPr id="23" name="object 23"/>
          <p:cNvSpPr/>
          <p:nvPr/>
        </p:nvSpPr>
        <p:spPr>
          <a:xfrm>
            <a:off x="8276721" y="43434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solidFill>
            <a:srgbClr val="FFFFFF"/>
          </a:solidFill>
        </p:spPr>
        <p:txBody>
          <a:bodyPr wrap="square" lIns="0" tIns="0" rIns="0" bIns="0" rtlCol="0"/>
          <a:lstStyle/>
          <a:p>
            <a:endParaRPr/>
          </a:p>
        </p:txBody>
      </p:sp>
      <p:sp>
        <p:nvSpPr>
          <p:cNvPr id="24" name="object 24"/>
          <p:cNvSpPr/>
          <p:nvPr/>
        </p:nvSpPr>
        <p:spPr>
          <a:xfrm>
            <a:off x="8276721" y="4343400"/>
            <a:ext cx="1259840" cy="838200"/>
          </a:xfrm>
          <a:custGeom>
            <a:avLst/>
            <a:gdLst/>
            <a:ahLst/>
            <a:cxnLst/>
            <a:rect l="l" t="t" r="r" b="b"/>
            <a:pathLst>
              <a:path w="1259840" h="838200">
                <a:moveTo>
                  <a:pt x="0" y="838199"/>
                </a:moveTo>
                <a:lnTo>
                  <a:pt x="1259692" y="838199"/>
                </a:lnTo>
                <a:lnTo>
                  <a:pt x="1259692" y="0"/>
                </a:lnTo>
                <a:lnTo>
                  <a:pt x="0" y="0"/>
                </a:lnTo>
                <a:lnTo>
                  <a:pt x="0" y="838199"/>
                </a:lnTo>
                <a:close/>
              </a:path>
            </a:pathLst>
          </a:custGeom>
          <a:ln w="31750">
            <a:solidFill>
              <a:srgbClr val="000000"/>
            </a:solidFill>
          </a:ln>
        </p:spPr>
        <p:txBody>
          <a:bodyPr wrap="square" lIns="0" tIns="0" rIns="0" bIns="0" rtlCol="0"/>
          <a:lstStyle/>
          <a:p>
            <a:endParaRPr/>
          </a:p>
        </p:txBody>
      </p:sp>
      <p:sp>
        <p:nvSpPr>
          <p:cNvPr id="25" name="object 25"/>
          <p:cNvSpPr txBox="1"/>
          <p:nvPr/>
        </p:nvSpPr>
        <p:spPr>
          <a:xfrm>
            <a:off x="8568696" y="4486544"/>
            <a:ext cx="676275" cy="615553"/>
          </a:xfrm>
          <a:prstGeom prst="rect">
            <a:avLst/>
          </a:prstGeom>
        </p:spPr>
        <p:txBody>
          <a:bodyPr vert="horz" wrap="square" lIns="0" tIns="0" rIns="0" bIns="0" rtlCol="0">
            <a:spAutoFit/>
          </a:bodyPr>
          <a:lstStyle/>
          <a:p>
            <a:pPr marL="12700" marR="5080" indent="15240"/>
            <a:r>
              <a:rPr sz="2000" b="1" spc="-5" dirty="0">
                <a:latin typeface="Arial"/>
                <a:cs typeface="Arial"/>
              </a:rPr>
              <a:t>D</a:t>
            </a:r>
            <a:r>
              <a:rPr sz="2000" b="1" dirty="0">
                <a:latin typeface="Arial"/>
                <a:cs typeface="Arial"/>
              </a:rPr>
              <a:t>ata</a:t>
            </a:r>
            <a:r>
              <a:rPr sz="2000" b="1" dirty="0">
                <a:latin typeface="Times New Roman"/>
                <a:cs typeface="Times New Roman"/>
              </a:rPr>
              <a:t> </a:t>
            </a:r>
            <a:r>
              <a:rPr sz="2000" b="1" dirty="0">
                <a:latin typeface="Arial"/>
                <a:cs typeface="Arial"/>
              </a:rPr>
              <a:t>Store</a:t>
            </a:r>
            <a:endParaRPr sz="2000">
              <a:latin typeface="Arial"/>
              <a:cs typeface="Arial"/>
            </a:endParaRPr>
          </a:p>
        </p:txBody>
      </p:sp>
      <p:sp>
        <p:nvSpPr>
          <p:cNvPr id="26" name="object 26"/>
          <p:cNvSpPr/>
          <p:nvPr/>
        </p:nvSpPr>
        <p:spPr>
          <a:xfrm>
            <a:off x="2453211" y="4343400"/>
            <a:ext cx="493395" cy="838200"/>
          </a:xfrm>
          <a:custGeom>
            <a:avLst/>
            <a:gdLst/>
            <a:ahLst/>
            <a:cxnLst/>
            <a:rect l="l" t="t" r="r" b="b"/>
            <a:pathLst>
              <a:path w="493394" h="838200">
                <a:moveTo>
                  <a:pt x="0" y="838199"/>
                </a:moveTo>
                <a:lnTo>
                  <a:pt x="492919" y="838199"/>
                </a:lnTo>
                <a:lnTo>
                  <a:pt x="492919" y="0"/>
                </a:lnTo>
                <a:lnTo>
                  <a:pt x="0" y="0"/>
                </a:lnTo>
                <a:lnTo>
                  <a:pt x="0" y="838199"/>
                </a:lnTo>
                <a:close/>
              </a:path>
            </a:pathLst>
          </a:custGeom>
          <a:solidFill>
            <a:srgbClr val="7F007F"/>
          </a:solidFill>
        </p:spPr>
        <p:txBody>
          <a:bodyPr wrap="square" lIns="0" tIns="0" rIns="0" bIns="0" rtlCol="0"/>
          <a:lstStyle/>
          <a:p>
            <a:endParaRPr/>
          </a:p>
        </p:txBody>
      </p:sp>
      <p:sp>
        <p:nvSpPr>
          <p:cNvPr id="27" name="object 27"/>
          <p:cNvSpPr/>
          <p:nvPr/>
        </p:nvSpPr>
        <p:spPr>
          <a:xfrm>
            <a:off x="2453211" y="4343400"/>
            <a:ext cx="493395" cy="838200"/>
          </a:xfrm>
          <a:custGeom>
            <a:avLst/>
            <a:gdLst/>
            <a:ahLst/>
            <a:cxnLst/>
            <a:rect l="l" t="t" r="r" b="b"/>
            <a:pathLst>
              <a:path w="493394" h="838200">
                <a:moveTo>
                  <a:pt x="0" y="838199"/>
                </a:moveTo>
                <a:lnTo>
                  <a:pt x="492919" y="838199"/>
                </a:lnTo>
                <a:lnTo>
                  <a:pt x="492919" y="0"/>
                </a:lnTo>
                <a:lnTo>
                  <a:pt x="0" y="0"/>
                </a:lnTo>
                <a:lnTo>
                  <a:pt x="0" y="838199"/>
                </a:lnTo>
                <a:close/>
              </a:path>
            </a:pathLst>
          </a:custGeom>
          <a:ln w="31750">
            <a:solidFill>
              <a:srgbClr val="000000"/>
            </a:solidFill>
          </a:ln>
        </p:spPr>
        <p:txBody>
          <a:bodyPr wrap="square" lIns="0" tIns="0" rIns="0" bIns="0" rtlCol="0"/>
          <a:lstStyle/>
          <a:p>
            <a:endParaRPr/>
          </a:p>
        </p:txBody>
      </p:sp>
      <p:sp>
        <p:nvSpPr>
          <p:cNvPr id="28" name="object 28"/>
          <p:cNvSpPr/>
          <p:nvPr/>
        </p:nvSpPr>
        <p:spPr>
          <a:xfrm>
            <a:off x="2946141" y="4343400"/>
            <a:ext cx="1259840" cy="838200"/>
          </a:xfrm>
          <a:custGeom>
            <a:avLst/>
            <a:gdLst/>
            <a:ahLst/>
            <a:cxnLst/>
            <a:rect l="l" t="t" r="r" b="b"/>
            <a:pathLst>
              <a:path w="1259839" h="838200">
                <a:moveTo>
                  <a:pt x="0" y="838199"/>
                </a:moveTo>
                <a:lnTo>
                  <a:pt x="1259680" y="838199"/>
                </a:lnTo>
                <a:lnTo>
                  <a:pt x="1259680" y="0"/>
                </a:lnTo>
                <a:lnTo>
                  <a:pt x="0" y="0"/>
                </a:lnTo>
                <a:lnTo>
                  <a:pt x="0" y="838199"/>
                </a:lnTo>
                <a:close/>
              </a:path>
            </a:pathLst>
          </a:custGeom>
          <a:solidFill>
            <a:srgbClr val="FFFFFF"/>
          </a:solidFill>
        </p:spPr>
        <p:txBody>
          <a:bodyPr wrap="square" lIns="0" tIns="0" rIns="0" bIns="0" rtlCol="0"/>
          <a:lstStyle/>
          <a:p>
            <a:endParaRPr/>
          </a:p>
        </p:txBody>
      </p:sp>
      <p:sp>
        <p:nvSpPr>
          <p:cNvPr id="29" name="object 29"/>
          <p:cNvSpPr/>
          <p:nvPr/>
        </p:nvSpPr>
        <p:spPr>
          <a:xfrm>
            <a:off x="2946141" y="4343400"/>
            <a:ext cx="1259840" cy="838200"/>
          </a:xfrm>
          <a:custGeom>
            <a:avLst/>
            <a:gdLst/>
            <a:ahLst/>
            <a:cxnLst/>
            <a:rect l="l" t="t" r="r" b="b"/>
            <a:pathLst>
              <a:path w="1259839" h="838200">
                <a:moveTo>
                  <a:pt x="0" y="838199"/>
                </a:moveTo>
                <a:lnTo>
                  <a:pt x="1259680" y="838199"/>
                </a:lnTo>
                <a:lnTo>
                  <a:pt x="1259680" y="0"/>
                </a:lnTo>
                <a:lnTo>
                  <a:pt x="0" y="0"/>
                </a:lnTo>
                <a:lnTo>
                  <a:pt x="0" y="838199"/>
                </a:lnTo>
                <a:close/>
              </a:path>
            </a:pathLst>
          </a:custGeom>
          <a:ln w="31750">
            <a:solidFill>
              <a:srgbClr val="000000"/>
            </a:solidFill>
          </a:ln>
        </p:spPr>
        <p:txBody>
          <a:bodyPr wrap="square" lIns="0" tIns="0" rIns="0" bIns="0" rtlCol="0"/>
          <a:lstStyle/>
          <a:p>
            <a:endParaRPr/>
          </a:p>
        </p:txBody>
      </p:sp>
      <p:sp>
        <p:nvSpPr>
          <p:cNvPr id="30" name="object 30"/>
          <p:cNvSpPr txBox="1"/>
          <p:nvPr/>
        </p:nvSpPr>
        <p:spPr>
          <a:xfrm>
            <a:off x="3237105" y="4486544"/>
            <a:ext cx="676275" cy="615553"/>
          </a:xfrm>
          <a:prstGeom prst="rect">
            <a:avLst/>
          </a:prstGeom>
        </p:spPr>
        <p:txBody>
          <a:bodyPr vert="horz" wrap="square" lIns="0" tIns="0" rIns="0" bIns="0" rtlCol="0">
            <a:spAutoFit/>
          </a:bodyPr>
          <a:lstStyle/>
          <a:p>
            <a:pPr marL="12700" marR="5080" indent="15240"/>
            <a:r>
              <a:rPr sz="2000" b="1" spc="-5" dirty="0">
                <a:latin typeface="Arial"/>
                <a:cs typeface="Arial"/>
              </a:rPr>
              <a:t>D</a:t>
            </a:r>
            <a:r>
              <a:rPr sz="2000" b="1" dirty="0">
                <a:latin typeface="Arial"/>
                <a:cs typeface="Arial"/>
              </a:rPr>
              <a:t>ata</a:t>
            </a:r>
            <a:r>
              <a:rPr sz="2000" b="1" dirty="0">
                <a:latin typeface="Times New Roman"/>
                <a:cs typeface="Times New Roman"/>
              </a:rPr>
              <a:t> </a:t>
            </a:r>
            <a:r>
              <a:rPr sz="2000" b="1" dirty="0">
                <a:latin typeface="Arial"/>
                <a:cs typeface="Arial"/>
              </a:rPr>
              <a:t>Store</a:t>
            </a:r>
            <a:endParaRPr sz="2000">
              <a:latin typeface="Arial"/>
              <a:cs typeface="Arial"/>
            </a:endParaRPr>
          </a:p>
        </p:txBody>
      </p:sp>
      <p:sp>
        <p:nvSpPr>
          <p:cNvPr id="31" name="object 31"/>
          <p:cNvSpPr/>
          <p:nvPr/>
        </p:nvSpPr>
        <p:spPr>
          <a:xfrm>
            <a:off x="4953000" y="3886200"/>
            <a:ext cx="2057400" cy="1752600"/>
          </a:xfrm>
          <a:custGeom>
            <a:avLst/>
            <a:gdLst/>
            <a:ahLst/>
            <a:cxnLst/>
            <a:rect l="l" t="t" r="r" b="b"/>
            <a:pathLst>
              <a:path w="2057400" h="1752600">
                <a:moveTo>
                  <a:pt x="1765310" y="0"/>
                </a:moveTo>
                <a:lnTo>
                  <a:pt x="292089" y="0"/>
                </a:lnTo>
                <a:lnTo>
                  <a:pt x="268140" y="968"/>
                </a:lnTo>
                <a:lnTo>
                  <a:pt x="221912" y="8491"/>
                </a:lnTo>
                <a:lnTo>
                  <a:pt x="178415" y="22959"/>
                </a:lnTo>
                <a:lnTo>
                  <a:pt x="138250" y="43771"/>
                </a:lnTo>
                <a:lnTo>
                  <a:pt x="102020" y="70325"/>
                </a:lnTo>
                <a:lnTo>
                  <a:pt x="70326" y="102018"/>
                </a:lnTo>
                <a:lnTo>
                  <a:pt x="43773" y="138249"/>
                </a:lnTo>
                <a:lnTo>
                  <a:pt x="22960" y="178415"/>
                </a:lnTo>
                <a:lnTo>
                  <a:pt x="8491" y="221914"/>
                </a:lnTo>
                <a:lnTo>
                  <a:pt x="968" y="268144"/>
                </a:lnTo>
                <a:lnTo>
                  <a:pt x="0" y="292095"/>
                </a:lnTo>
                <a:lnTo>
                  <a:pt x="0" y="1460504"/>
                </a:lnTo>
                <a:lnTo>
                  <a:pt x="3824" y="1507874"/>
                </a:lnTo>
                <a:lnTo>
                  <a:pt x="14895" y="1552814"/>
                </a:lnTo>
                <a:lnTo>
                  <a:pt x="32611" y="1594722"/>
                </a:lnTo>
                <a:lnTo>
                  <a:pt x="56369" y="1632995"/>
                </a:lnTo>
                <a:lnTo>
                  <a:pt x="85568" y="1667032"/>
                </a:lnTo>
                <a:lnTo>
                  <a:pt x="119605" y="1696231"/>
                </a:lnTo>
                <a:lnTo>
                  <a:pt x="157878" y="1719989"/>
                </a:lnTo>
                <a:lnTo>
                  <a:pt x="199784" y="1737705"/>
                </a:lnTo>
                <a:lnTo>
                  <a:pt x="244722" y="1748775"/>
                </a:lnTo>
                <a:lnTo>
                  <a:pt x="292089" y="1752599"/>
                </a:lnTo>
                <a:lnTo>
                  <a:pt x="1765310" y="1752599"/>
                </a:lnTo>
                <a:lnTo>
                  <a:pt x="1812677" y="1748775"/>
                </a:lnTo>
                <a:lnTo>
                  <a:pt x="1857615" y="1737705"/>
                </a:lnTo>
                <a:lnTo>
                  <a:pt x="1899521" y="1719989"/>
                </a:lnTo>
                <a:lnTo>
                  <a:pt x="1937794" y="1696231"/>
                </a:lnTo>
                <a:lnTo>
                  <a:pt x="1971831" y="1667032"/>
                </a:lnTo>
                <a:lnTo>
                  <a:pt x="2001029" y="1632995"/>
                </a:lnTo>
                <a:lnTo>
                  <a:pt x="2024788" y="1594722"/>
                </a:lnTo>
                <a:lnTo>
                  <a:pt x="2042504" y="1552814"/>
                </a:lnTo>
                <a:lnTo>
                  <a:pt x="2053575" y="1507874"/>
                </a:lnTo>
                <a:lnTo>
                  <a:pt x="2057399" y="1460504"/>
                </a:lnTo>
                <a:lnTo>
                  <a:pt x="2057399" y="292095"/>
                </a:lnTo>
                <a:lnTo>
                  <a:pt x="2053575" y="244725"/>
                </a:lnTo>
                <a:lnTo>
                  <a:pt x="2042504" y="199785"/>
                </a:lnTo>
                <a:lnTo>
                  <a:pt x="2024788" y="157877"/>
                </a:lnTo>
                <a:lnTo>
                  <a:pt x="2001029" y="119604"/>
                </a:lnTo>
                <a:lnTo>
                  <a:pt x="1971831" y="85567"/>
                </a:lnTo>
                <a:lnTo>
                  <a:pt x="1937794" y="56368"/>
                </a:lnTo>
                <a:lnTo>
                  <a:pt x="1899521" y="32610"/>
                </a:lnTo>
                <a:lnTo>
                  <a:pt x="1857615" y="14894"/>
                </a:lnTo>
                <a:lnTo>
                  <a:pt x="1812677" y="3824"/>
                </a:lnTo>
                <a:lnTo>
                  <a:pt x="1765310" y="0"/>
                </a:lnTo>
                <a:close/>
              </a:path>
            </a:pathLst>
          </a:custGeom>
          <a:solidFill>
            <a:srgbClr val="00AF50"/>
          </a:solidFill>
        </p:spPr>
        <p:txBody>
          <a:bodyPr wrap="square" lIns="0" tIns="0" rIns="0" bIns="0" rtlCol="0"/>
          <a:lstStyle/>
          <a:p>
            <a:endParaRPr/>
          </a:p>
        </p:txBody>
      </p:sp>
      <p:sp>
        <p:nvSpPr>
          <p:cNvPr id="32" name="object 32"/>
          <p:cNvSpPr/>
          <p:nvPr/>
        </p:nvSpPr>
        <p:spPr>
          <a:xfrm>
            <a:off x="4953000" y="3886200"/>
            <a:ext cx="2057400" cy="1752600"/>
          </a:xfrm>
          <a:custGeom>
            <a:avLst/>
            <a:gdLst/>
            <a:ahLst/>
            <a:cxnLst/>
            <a:rect l="l" t="t" r="r" b="b"/>
            <a:pathLst>
              <a:path w="2057400" h="1752600">
                <a:moveTo>
                  <a:pt x="0" y="292095"/>
                </a:moveTo>
                <a:lnTo>
                  <a:pt x="3824" y="244725"/>
                </a:lnTo>
                <a:lnTo>
                  <a:pt x="14895" y="199785"/>
                </a:lnTo>
                <a:lnTo>
                  <a:pt x="32611" y="157877"/>
                </a:lnTo>
                <a:lnTo>
                  <a:pt x="56369" y="119604"/>
                </a:lnTo>
                <a:lnTo>
                  <a:pt x="85568" y="85567"/>
                </a:lnTo>
                <a:lnTo>
                  <a:pt x="119605" y="56368"/>
                </a:lnTo>
                <a:lnTo>
                  <a:pt x="157878" y="32610"/>
                </a:lnTo>
                <a:lnTo>
                  <a:pt x="199784" y="14894"/>
                </a:lnTo>
                <a:lnTo>
                  <a:pt x="244722" y="3824"/>
                </a:lnTo>
                <a:lnTo>
                  <a:pt x="292089" y="0"/>
                </a:lnTo>
                <a:lnTo>
                  <a:pt x="1765310" y="0"/>
                </a:lnTo>
                <a:lnTo>
                  <a:pt x="1812677" y="3824"/>
                </a:lnTo>
                <a:lnTo>
                  <a:pt x="1857615" y="14894"/>
                </a:lnTo>
                <a:lnTo>
                  <a:pt x="1899521" y="32610"/>
                </a:lnTo>
                <a:lnTo>
                  <a:pt x="1937794" y="56368"/>
                </a:lnTo>
                <a:lnTo>
                  <a:pt x="1971831" y="85567"/>
                </a:lnTo>
                <a:lnTo>
                  <a:pt x="2001029" y="119604"/>
                </a:lnTo>
                <a:lnTo>
                  <a:pt x="2024788" y="157877"/>
                </a:lnTo>
                <a:lnTo>
                  <a:pt x="2042504" y="199785"/>
                </a:lnTo>
                <a:lnTo>
                  <a:pt x="2053575" y="244725"/>
                </a:lnTo>
                <a:lnTo>
                  <a:pt x="2057399" y="292095"/>
                </a:lnTo>
                <a:lnTo>
                  <a:pt x="2057399" y="1460504"/>
                </a:lnTo>
                <a:lnTo>
                  <a:pt x="2053575" y="1507874"/>
                </a:lnTo>
                <a:lnTo>
                  <a:pt x="2042504" y="1552814"/>
                </a:lnTo>
                <a:lnTo>
                  <a:pt x="2024788" y="1594722"/>
                </a:lnTo>
                <a:lnTo>
                  <a:pt x="2001029" y="1632995"/>
                </a:lnTo>
                <a:lnTo>
                  <a:pt x="1971831" y="1667032"/>
                </a:lnTo>
                <a:lnTo>
                  <a:pt x="1937794" y="1696231"/>
                </a:lnTo>
                <a:lnTo>
                  <a:pt x="1899521" y="1719989"/>
                </a:lnTo>
                <a:lnTo>
                  <a:pt x="1857615" y="1737705"/>
                </a:lnTo>
                <a:lnTo>
                  <a:pt x="1812677" y="1748775"/>
                </a:lnTo>
                <a:lnTo>
                  <a:pt x="1765310" y="1752599"/>
                </a:lnTo>
                <a:lnTo>
                  <a:pt x="292089" y="1752599"/>
                </a:lnTo>
                <a:lnTo>
                  <a:pt x="244722" y="1748775"/>
                </a:lnTo>
                <a:lnTo>
                  <a:pt x="199784" y="1737705"/>
                </a:lnTo>
                <a:lnTo>
                  <a:pt x="157878" y="1719989"/>
                </a:lnTo>
                <a:lnTo>
                  <a:pt x="119605" y="1696231"/>
                </a:lnTo>
                <a:lnTo>
                  <a:pt x="85568" y="1667032"/>
                </a:lnTo>
                <a:lnTo>
                  <a:pt x="56369" y="1632995"/>
                </a:lnTo>
                <a:lnTo>
                  <a:pt x="32611" y="1594722"/>
                </a:lnTo>
                <a:lnTo>
                  <a:pt x="14895" y="1552814"/>
                </a:lnTo>
                <a:lnTo>
                  <a:pt x="3824" y="1507874"/>
                </a:lnTo>
                <a:lnTo>
                  <a:pt x="0" y="1460504"/>
                </a:lnTo>
                <a:lnTo>
                  <a:pt x="0" y="292095"/>
                </a:lnTo>
                <a:close/>
              </a:path>
            </a:pathLst>
          </a:custGeom>
          <a:ln w="31750">
            <a:solidFill>
              <a:srgbClr val="000000"/>
            </a:solidFill>
          </a:ln>
        </p:spPr>
        <p:txBody>
          <a:bodyPr wrap="square" lIns="0" tIns="0" rIns="0" bIns="0" rtlCol="0"/>
          <a:lstStyle/>
          <a:p>
            <a:endParaRPr/>
          </a:p>
        </p:txBody>
      </p:sp>
      <p:sp>
        <p:nvSpPr>
          <p:cNvPr id="33" name="object 33"/>
          <p:cNvSpPr txBox="1"/>
          <p:nvPr/>
        </p:nvSpPr>
        <p:spPr>
          <a:xfrm>
            <a:off x="5058727" y="1876232"/>
            <a:ext cx="1845945" cy="3762568"/>
          </a:xfrm>
          <a:prstGeom prst="rect">
            <a:avLst/>
          </a:prstGeom>
        </p:spPr>
        <p:txBody>
          <a:bodyPr vert="horz" wrap="square" lIns="0" tIns="0" rIns="0" bIns="0" rtlCol="0">
            <a:spAutoFit/>
          </a:bodyPr>
          <a:lstStyle/>
          <a:p>
            <a:pPr marL="52705" algn="ctr"/>
            <a:r>
              <a:rPr sz="11700" dirty="0">
                <a:solidFill>
                  <a:srgbClr val="CC3200"/>
                </a:solidFill>
                <a:latin typeface="Wingdings"/>
                <a:cs typeface="Wingdings"/>
              </a:rPr>
              <a:t></a:t>
            </a:r>
            <a:endParaRPr sz="11700" dirty="0">
              <a:latin typeface="Wingdings"/>
              <a:cs typeface="Wingdings"/>
            </a:endParaRPr>
          </a:p>
          <a:p>
            <a:pPr marL="12065" marR="5080" indent="67310" algn="ctr">
              <a:spcBef>
                <a:spcPts val="3304"/>
              </a:spcBef>
            </a:pPr>
            <a:r>
              <a:rPr sz="2000" b="1" dirty="0">
                <a:solidFill>
                  <a:srgbClr val="FFFFFF"/>
                </a:solidFill>
                <a:latin typeface="Arial"/>
                <a:cs typeface="Arial"/>
              </a:rPr>
              <a:t>A</a:t>
            </a:r>
            <a:r>
              <a:rPr sz="2000" b="1" spc="-30" dirty="0">
                <a:solidFill>
                  <a:srgbClr val="FFFFFF"/>
                </a:solidFill>
                <a:latin typeface="Times New Roman"/>
                <a:cs typeface="Times New Roman"/>
              </a:rPr>
              <a:t> </a:t>
            </a:r>
            <a:r>
              <a:rPr sz="2000" b="1" dirty="0">
                <a:solidFill>
                  <a:srgbClr val="FFFFFF"/>
                </a:solidFill>
                <a:latin typeface="Arial"/>
                <a:cs typeface="Arial"/>
              </a:rPr>
              <a:t>process</a:t>
            </a:r>
            <a:r>
              <a:rPr sz="2000" b="1" spc="40" dirty="0">
                <a:solidFill>
                  <a:srgbClr val="FFFFFF"/>
                </a:solidFill>
                <a:latin typeface="Times New Roman"/>
                <a:cs typeface="Times New Roman"/>
              </a:rPr>
              <a:t> </a:t>
            </a:r>
            <a:r>
              <a:rPr sz="2000" b="1" dirty="0">
                <a:solidFill>
                  <a:srgbClr val="FFFFFF"/>
                </a:solidFill>
                <a:latin typeface="Arial"/>
                <a:cs typeface="Arial"/>
              </a:rPr>
              <a:t>is</a:t>
            </a:r>
            <a:r>
              <a:rPr sz="2000" b="1" dirty="0">
                <a:solidFill>
                  <a:srgbClr val="FFFFFF"/>
                </a:solidFill>
                <a:latin typeface="Times New Roman"/>
                <a:cs typeface="Times New Roman"/>
              </a:rPr>
              <a:t> </a:t>
            </a:r>
            <a:r>
              <a:rPr sz="2000" b="1" dirty="0">
                <a:solidFill>
                  <a:srgbClr val="FFFFFF"/>
                </a:solidFill>
                <a:latin typeface="Arial"/>
                <a:cs typeface="Arial"/>
              </a:rPr>
              <a:t>needed</a:t>
            </a:r>
            <a:r>
              <a:rPr sz="2000" b="1" spc="35" dirty="0">
                <a:solidFill>
                  <a:srgbClr val="FFFFFF"/>
                </a:solidFill>
                <a:latin typeface="Times New Roman"/>
                <a:cs typeface="Times New Roman"/>
              </a:rPr>
              <a:t> </a:t>
            </a:r>
            <a:r>
              <a:rPr sz="2000" b="1" dirty="0">
                <a:solidFill>
                  <a:srgbClr val="FFFFFF"/>
                </a:solidFill>
                <a:latin typeface="Arial"/>
                <a:cs typeface="Arial"/>
              </a:rPr>
              <a:t>to</a:t>
            </a:r>
            <a:r>
              <a:rPr sz="2000" b="1" dirty="0">
                <a:solidFill>
                  <a:srgbClr val="FFFFFF"/>
                </a:solidFill>
                <a:latin typeface="Times New Roman"/>
                <a:cs typeface="Times New Roman"/>
              </a:rPr>
              <a:t> </a:t>
            </a:r>
            <a:r>
              <a:rPr sz="2000" b="1" spc="-5" dirty="0">
                <a:solidFill>
                  <a:srgbClr val="FFFFFF"/>
                </a:solidFill>
                <a:latin typeface="Arial"/>
                <a:cs typeface="Arial"/>
              </a:rPr>
              <a:t>cop</a:t>
            </a:r>
            <a:r>
              <a:rPr sz="2000" b="1" dirty="0">
                <a:solidFill>
                  <a:srgbClr val="FFFFFF"/>
                </a:solidFill>
                <a:latin typeface="Arial"/>
                <a:cs typeface="Arial"/>
              </a:rPr>
              <a:t>y</a:t>
            </a:r>
            <a:r>
              <a:rPr sz="2000" b="1" spc="40" dirty="0">
                <a:solidFill>
                  <a:srgbClr val="FFFFFF"/>
                </a:solidFill>
                <a:latin typeface="Times New Roman"/>
                <a:cs typeface="Times New Roman"/>
              </a:rPr>
              <a:t> </a:t>
            </a:r>
            <a:r>
              <a:rPr sz="2000" b="1" dirty="0">
                <a:solidFill>
                  <a:srgbClr val="FFFFFF"/>
                </a:solidFill>
                <a:latin typeface="Arial"/>
                <a:cs typeface="Arial"/>
              </a:rPr>
              <a:t>data</a:t>
            </a:r>
            <a:r>
              <a:rPr sz="2000" b="1" spc="40" dirty="0">
                <a:solidFill>
                  <a:srgbClr val="FFFFFF"/>
                </a:solidFill>
                <a:latin typeface="Times New Roman"/>
                <a:cs typeface="Times New Roman"/>
              </a:rPr>
              <a:t> </a:t>
            </a:r>
            <a:r>
              <a:rPr sz="2000" b="1" dirty="0">
                <a:solidFill>
                  <a:srgbClr val="FFFFFF"/>
                </a:solidFill>
                <a:latin typeface="Arial"/>
                <a:cs typeface="Arial"/>
              </a:rPr>
              <a:t>from</a:t>
            </a:r>
            <a:r>
              <a:rPr sz="2000" b="1" dirty="0">
                <a:solidFill>
                  <a:srgbClr val="FFFFFF"/>
                </a:solidFill>
                <a:latin typeface="Times New Roman"/>
                <a:cs typeface="Times New Roman"/>
              </a:rPr>
              <a:t> </a:t>
            </a:r>
            <a:r>
              <a:rPr sz="2000" b="1" dirty="0">
                <a:solidFill>
                  <a:srgbClr val="FFFFFF"/>
                </a:solidFill>
                <a:latin typeface="Arial"/>
                <a:cs typeface="Arial"/>
              </a:rPr>
              <a:t>one</a:t>
            </a:r>
            <a:r>
              <a:rPr sz="2000" b="1" spc="55" dirty="0">
                <a:solidFill>
                  <a:srgbClr val="FFFFFF"/>
                </a:solidFill>
                <a:latin typeface="Times New Roman"/>
                <a:cs typeface="Times New Roman"/>
              </a:rPr>
              <a:t> </a:t>
            </a:r>
            <a:r>
              <a:rPr sz="2000" b="1" dirty="0">
                <a:solidFill>
                  <a:srgbClr val="FFFFFF"/>
                </a:solidFill>
                <a:latin typeface="Arial"/>
                <a:cs typeface="Arial"/>
              </a:rPr>
              <a:t>data</a:t>
            </a:r>
            <a:r>
              <a:rPr sz="2000" b="1" spc="25" dirty="0">
                <a:solidFill>
                  <a:srgbClr val="FFFFFF"/>
                </a:solidFill>
                <a:latin typeface="Times New Roman"/>
                <a:cs typeface="Times New Roman"/>
              </a:rPr>
              <a:t> </a:t>
            </a:r>
            <a:r>
              <a:rPr sz="2000" b="1" spc="-5" dirty="0">
                <a:solidFill>
                  <a:srgbClr val="FFFFFF"/>
                </a:solidFill>
                <a:latin typeface="Arial"/>
                <a:cs typeface="Arial"/>
              </a:rPr>
              <a:t>s</a:t>
            </a:r>
            <a:r>
              <a:rPr sz="2000" b="1" dirty="0">
                <a:solidFill>
                  <a:srgbClr val="FFFFFF"/>
                </a:solidFill>
                <a:latin typeface="Arial"/>
                <a:cs typeface="Arial"/>
              </a:rPr>
              <a:t>tore</a:t>
            </a:r>
            <a:r>
              <a:rPr sz="2000" b="1" dirty="0">
                <a:solidFill>
                  <a:srgbClr val="FFFFFF"/>
                </a:solidFill>
                <a:latin typeface="Times New Roman"/>
                <a:cs typeface="Times New Roman"/>
              </a:rPr>
              <a:t> </a:t>
            </a:r>
            <a:r>
              <a:rPr sz="2000" b="1" dirty="0">
                <a:solidFill>
                  <a:srgbClr val="FFFFFF"/>
                </a:solidFill>
                <a:latin typeface="Arial"/>
                <a:cs typeface="Arial"/>
              </a:rPr>
              <a:t>to</a:t>
            </a:r>
            <a:r>
              <a:rPr sz="2000" b="1" spc="40" dirty="0">
                <a:solidFill>
                  <a:srgbClr val="FFFFFF"/>
                </a:solidFill>
                <a:latin typeface="Times New Roman"/>
                <a:cs typeface="Times New Roman"/>
              </a:rPr>
              <a:t> </a:t>
            </a:r>
            <a:r>
              <a:rPr sz="2000" b="1" spc="-5" dirty="0">
                <a:solidFill>
                  <a:srgbClr val="FFFFFF"/>
                </a:solidFill>
                <a:latin typeface="Arial"/>
                <a:cs typeface="Arial"/>
              </a:rPr>
              <a:t>another</a:t>
            </a:r>
            <a:endParaRPr sz="2000" dirty="0">
              <a:latin typeface="Arial"/>
              <a:cs typeface="Arial"/>
            </a:endParaRPr>
          </a:p>
        </p:txBody>
      </p:sp>
    </p:spTree>
    <p:extLst>
      <p:ext uri="{BB962C8B-B14F-4D97-AF65-F5344CB8AC3E}">
        <p14:creationId xmlns:p14="http://schemas.microsoft.com/office/powerpoint/2010/main" val="23313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70023" y="3183877"/>
            <a:ext cx="6249670" cy="553998"/>
          </a:xfrm>
          <a:prstGeom prst="rect">
            <a:avLst/>
          </a:prstGeom>
        </p:spPr>
        <p:txBody>
          <a:bodyPr vert="horz" wrap="square" lIns="0" tIns="0" rIns="0" bIns="0" rtlCol="0">
            <a:spAutoFit/>
          </a:bodyPr>
          <a:lstStyle/>
          <a:p>
            <a:pPr marL="12700"/>
            <a:r>
              <a:rPr sz="3600" b="1" spc="-5" dirty="0">
                <a:solidFill>
                  <a:srgbClr val="001F5F"/>
                </a:solidFill>
                <a:latin typeface="Arial"/>
                <a:cs typeface="Arial"/>
              </a:rPr>
              <a:t>Det</a:t>
            </a:r>
            <a:r>
              <a:rPr sz="3600" b="1" spc="5" dirty="0">
                <a:solidFill>
                  <a:srgbClr val="001F5F"/>
                </a:solidFill>
                <a:latin typeface="Arial"/>
                <a:cs typeface="Arial"/>
              </a:rPr>
              <a:t>a</a:t>
            </a:r>
            <a:r>
              <a:rPr sz="3600" b="1" spc="-20" dirty="0">
                <a:solidFill>
                  <a:srgbClr val="001F5F"/>
                </a:solidFill>
                <a:latin typeface="Arial"/>
                <a:cs typeface="Arial"/>
              </a:rPr>
              <a:t>iled</a:t>
            </a:r>
            <a:r>
              <a:rPr sz="3600" b="1" spc="90" dirty="0">
                <a:solidFill>
                  <a:srgbClr val="001F5F"/>
                </a:solidFill>
                <a:latin typeface="Times New Roman"/>
                <a:cs typeface="Times New Roman"/>
              </a:rPr>
              <a:t> </a:t>
            </a:r>
            <a:r>
              <a:rPr sz="3600" b="1" spc="-5" dirty="0">
                <a:solidFill>
                  <a:srgbClr val="001F5F"/>
                </a:solidFill>
                <a:latin typeface="Arial"/>
                <a:cs typeface="Arial"/>
              </a:rPr>
              <a:t>Dat</a:t>
            </a:r>
            <a:r>
              <a:rPr sz="3600" b="1" dirty="0">
                <a:solidFill>
                  <a:srgbClr val="001F5F"/>
                </a:solidFill>
                <a:latin typeface="Arial"/>
                <a:cs typeface="Arial"/>
              </a:rPr>
              <a:t>a</a:t>
            </a:r>
            <a:r>
              <a:rPr sz="3600" b="1" spc="90" dirty="0">
                <a:solidFill>
                  <a:srgbClr val="001F5F"/>
                </a:solidFill>
                <a:latin typeface="Times New Roman"/>
                <a:cs typeface="Times New Roman"/>
              </a:rPr>
              <a:t> </a:t>
            </a:r>
            <a:r>
              <a:rPr sz="3600" b="1" spc="-20" dirty="0">
                <a:solidFill>
                  <a:srgbClr val="001F5F"/>
                </a:solidFill>
                <a:latin typeface="Arial"/>
                <a:cs typeface="Arial"/>
              </a:rPr>
              <a:t>Fl</a:t>
            </a:r>
            <a:r>
              <a:rPr sz="3600" b="1" spc="-40" dirty="0">
                <a:solidFill>
                  <a:srgbClr val="001F5F"/>
                </a:solidFill>
                <a:latin typeface="Arial"/>
                <a:cs typeface="Arial"/>
              </a:rPr>
              <a:t>o</a:t>
            </a:r>
            <a:r>
              <a:rPr sz="3600" b="1" spc="-30" dirty="0">
                <a:solidFill>
                  <a:srgbClr val="001F5F"/>
                </a:solidFill>
                <a:latin typeface="Arial"/>
                <a:cs typeface="Arial"/>
              </a:rPr>
              <a:t>w</a:t>
            </a:r>
            <a:r>
              <a:rPr sz="3600" b="1" spc="110" dirty="0">
                <a:solidFill>
                  <a:srgbClr val="001F5F"/>
                </a:solidFill>
                <a:latin typeface="Times New Roman"/>
                <a:cs typeface="Times New Roman"/>
              </a:rPr>
              <a:t> </a:t>
            </a:r>
            <a:r>
              <a:rPr sz="3600" b="1" dirty="0">
                <a:solidFill>
                  <a:srgbClr val="001F5F"/>
                </a:solidFill>
                <a:latin typeface="Arial"/>
                <a:cs typeface="Arial"/>
              </a:rPr>
              <a:t>diagrams</a:t>
            </a:r>
            <a:endParaRPr sz="3600">
              <a:latin typeface="Arial"/>
              <a:cs typeface="Arial"/>
            </a:endParaRPr>
          </a:p>
        </p:txBody>
      </p:sp>
    </p:spTree>
    <p:extLst>
      <p:ext uri="{BB962C8B-B14F-4D97-AF65-F5344CB8AC3E}">
        <p14:creationId xmlns:p14="http://schemas.microsoft.com/office/powerpoint/2010/main" val="3663619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E741E0D-F3EB-BF1D-F6A9-AABA62109F24}"/>
              </a:ext>
            </a:extLst>
          </p:cNvPr>
          <p:cNvSpPr>
            <a:spLocks noGrp="1" noChangeArrowheads="1"/>
          </p:cNvSpPr>
          <p:nvPr>
            <p:ph type="title"/>
          </p:nvPr>
        </p:nvSpPr>
        <p:spPr>
          <a:xfrm>
            <a:off x="2209800" y="457200"/>
            <a:ext cx="7772400" cy="800100"/>
          </a:xfrm>
        </p:spPr>
        <p:txBody>
          <a:bodyPr/>
          <a:lstStyle/>
          <a:p>
            <a:r>
              <a:rPr lang="en-GB" altLang="en-US"/>
              <a:t>The Levels</a:t>
            </a:r>
          </a:p>
        </p:txBody>
      </p:sp>
      <p:sp>
        <p:nvSpPr>
          <p:cNvPr id="14339" name="Rectangle 3">
            <a:extLst>
              <a:ext uri="{FF2B5EF4-FFF2-40B4-BE49-F238E27FC236}">
                <a16:creationId xmlns:a16="http://schemas.microsoft.com/office/drawing/2014/main" id="{89B40F03-1BA3-423D-AF73-5D4576224A53}"/>
              </a:ext>
            </a:extLst>
          </p:cNvPr>
          <p:cNvSpPr>
            <a:spLocks noGrp="1" noChangeArrowheads="1"/>
          </p:cNvSpPr>
          <p:nvPr>
            <p:ph type="body" idx="1"/>
          </p:nvPr>
        </p:nvSpPr>
        <p:spPr>
          <a:xfrm>
            <a:off x="1961322" y="2203382"/>
            <a:ext cx="7772400" cy="4538662"/>
          </a:xfrm>
        </p:spPr>
        <p:txBody>
          <a:bodyPr/>
          <a:lstStyle/>
          <a:p>
            <a:pPr>
              <a:defRPr/>
            </a:pPr>
            <a:r>
              <a:rPr lang="en-GB" sz="2800" dirty="0">
                <a:latin typeface="+mj-lt"/>
              </a:rPr>
              <a:t>Context (Level 0) - Overview - contains only one process</a:t>
            </a:r>
          </a:p>
          <a:p>
            <a:pPr>
              <a:defRPr/>
            </a:pPr>
            <a:r>
              <a:rPr lang="en-GB" sz="2800" dirty="0">
                <a:latin typeface="+mj-lt"/>
              </a:rPr>
              <a:t>Level 1 - Utilises all four elements</a:t>
            </a:r>
          </a:p>
          <a:p>
            <a:pPr>
              <a:defRPr/>
            </a:pPr>
            <a:r>
              <a:rPr lang="en-GB" sz="2800" dirty="0">
                <a:latin typeface="+mj-lt"/>
              </a:rPr>
              <a:t>Level 2 - A breakdown of a level 1 process</a:t>
            </a:r>
          </a:p>
          <a:p>
            <a:pPr>
              <a:defRPr/>
            </a:pPr>
            <a:r>
              <a:rPr lang="en-GB" sz="2800" dirty="0">
                <a:latin typeface="+mj-lt"/>
              </a:rPr>
              <a:t>Level 3 - A breakdown of a level 2 process</a:t>
            </a:r>
          </a:p>
          <a:p>
            <a:pPr>
              <a:defRPr/>
            </a:pPr>
            <a:r>
              <a:rPr lang="en-GB" sz="2800" dirty="0">
                <a:latin typeface="+mj-lt"/>
              </a:rPr>
              <a:t>There is no rule as to how many levels of DFD that can be used.</a:t>
            </a:r>
          </a:p>
          <a:p>
            <a:pPr>
              <a:defRPr/>
            </a:pPr>
            <a:endParaRPr lang="en-GB" sz="28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AF61AF0-CB66-B049-979A-330E57637515}"/>
              </a:ext>
            </a:extLst>
          </p:cNvPr>
          <p:cNvSpPr>
            <a:spLocks noGrp="1" noChangeArrowheads="1"/>
          </p:cNvSpPr>
          <p:nvPr>
            <p:ph type="title"/>
          </p:nvPr>
        </p:nvSpPr>
        <p:spPr>
          <a:xfrm>
            <a:off x="2209800" y="285750"/>
            <a:ext cx="7772400" cy="971550"/>
          </a:xfrm>
        </p:spPr>
        <p:txBody>
          <a:bodyPr/>
          <a:lstStyle/>
          <a:p>
            <a:r>
              <a:rPr lang="en-GB" altLang="en-US"/>
              <a:t>Rules</a:t>
            </a:r>
          </a:p>
        </p:txBody>
      </p:sp>
      <p:sp>
        <p:nvSpPr>
          <p:cNvPr id="15363" name="Rectangle 3">
            <a:extLst>
              <a:ext uri="{FF2B5EF4-FFF2-40B4-BE49-F238E27FC236}">
                <a16:creationId xmlns:a16="http://schemas.microsoft.com/office/drawing/2014/main" id="{0DD237EC-20A4-423F-8A71-DC361A84FDB4}"/>
              </a:ext>
            </a:extLst>
          </p:cNvPr>
          <p:cNvSpPr>
            <a:spLocks noGrp="1" noChangeArrowheads="1"/>
          </p:cNvSpPr>
          <p:nvPr>
            <p:ph type="body" idx="1"/>
          </p:nvPr>
        </p:nvSpPr>
        <p:spPr>
          <a:xfrm>
            <a:off x="1524000" y="1341438"/>
            <a:ext cx="9144000" cy="4754562"/>
          </a:xfrm>
        </p:spPr>
        <p:txBody>
          <a:bodyPr/>
          <a:lstStyle/>
          <a:p>
            <a:pPr>
              <a:buFontTx/>
              <a:buNone/>
              <a:defRPr/>
            </a:pPr>
            <a:r>
              <a:rPr lang="en-GB" dirty="0">
                <a:latin typeface="+mj-lt"/>
              </a:rPr>
              <a:t>Sequence not important - getting the Process correct  is</a:t>
            </a:r>
          </a:p>
          <a:p>
            <a:pPr>
              <a:defRPr/>
            </a:pPr>
            <a:r>
              <a:rPr lang="en-GB" sz="2800" dirty="0">
                <a:latin typeface="+mj-lt"/>
              </a:rPr>
              <a:t>Context or Level 0 - Identifies the system/ boundary /External Links</a:t>
            </a:r>
          </a:p>
          <a:p>
            <a:pPr>
              <a:defRPr/>
            </a:pPr>
            <a:r>
              <a:rPr lang="en-GB" sz="2800" dirty="0">
                <a:latin typeface="+mj-lt"/>
              </a:rPr>
              <a:t>Level 1 - Overview of function</a:t>
            </a:r>
          </a:p>
          <a:p>
            <a:pPr>
              <a:defRPr/>
            </a:pPr>
            <a:r>
              <a:rPr lang="en-GB" sz="2800" dirty="0">
                <a:latin typeface="+mj-lt"/>
              </a:rPr>
              <a:t>Level 2 - Breakdown to Understand</a:t>
            </a:r>
          </a:p>
          <a:p>
            <a:pPr lvl="1">
              <a:defRPr/>
            </a:pPr>
            <a:r>
              <a:rPr lang="en-GB" sz="2400" i="1" dirty="0">
                <a:latin typeface="+mj-lt"/>
              </a:rPr>
              <a:t>Hard to know where to stop</a:t>
            </a:r>
          </a:p>
          <a:p>
            <a:pPr lvl="1">
              <a:defRPr/>
            </a:pPr>
            <a:r>
              <a:rPr lang="en-GB" sz="2400" i="1" dirty="0">
                <a:latin typeface="+mj-lt"/>
              </a:rPr>
              <a:t>Rule of Thumb</a:t>
            </a:r>
          </a:p>
          <a:p>
            <a:pPr lvl="1">
              <a:defRPr/>
            </a:pPr>
            <a:r>
              <a:rPr lang="en-GB" sz="2400" i="1" dirty="0">
                <a:latin typeface="+mj-lt"/>
              </a:rPr>
              <a:t>If there are more than 8 data flows break it</a:t>
            </a:r>
          </a:p>
          <a:p>
            <a:pPr lvl="1">
              <a:defRPr/>
            </a:pPr>
            <a:r>
              <a:rPr lang="en-GB" sz="2400" i="1" dirty="0">
                <a:latin typeface="+mj-lt"/>
              </a:rPr>
              <a:t>Process of Identifying major Processes</a:t>
            </a:r>
          </a:p>
          <a:p>
            <a:pPr>
              <a:buFontTx/>
              <a:buNone/>
              <a:defRPr/>
            </a:pPr>
            <a:endParaRPr lang="en-GB" dirty="0">
              <a:latin typeface="+mj-lt"/>
            </a:endParaRPr>
          </a:p>
          <a:p>
            <a:pPr>
              <a:defRPr/>
            </a:pPr>
            <a:endParaRPr lang="en-GB"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4895037-038F-7E22-CD9F-DB728E878B23}"/>
              </a:ext>
            </a:extLst>
          </p:cNvPr>
          <p:cNvSpPr>
            <a:spLocks noGrp="1" noChangeArrowheads="1"/>
          </p:cNvSpPr>
          <p:nvPr>
            <p:ph type="title"/>
          </p:nvPr>
        </p:nvSpPr>
        <p:spPr>
          <a:xfrm>
            <a:off x="1524001" y="0"/>
            <a:ext cx="9134475" cy="1143000"/>
          </a:xfrm>
        </p:spPr>
        <p:txBody>
          <a:bodyPr/>
          <a:lstStyle/>
          <a:p>
            <a:r>
              <a:rPr lang="en-GB" altLang="en-US"/>
              <a:t>Level 0 - Context Diagram</a:t>
            </a:r>
          </a:p>
        </p:txBody>
      </p:sp>
      <p:sp>
        <p:nvSpPr>
          <p:cNvPr id="28675" name="Rectangle 3">
            <a:extLst>
              <a:ext uri="{FF2B5EF4-FFF2-40B4-BE49-F238E27FC236}">
                <a16:creationId xmlns:a16="http://schemas.microsoft.com/office/drawing/2014/main" id="{2AAC231F-64E2-01F0-2404-1B6699E66310}"/>
              </a:ext>
            </a:extLst>
          </p:cNvPr>
          <p:cNvSpPr>
            <a:spLocks noGrp="1" noChangeArrowheads="1"/>
          </p:cNvSpPr>
          <p:nvPr>
            <p:ph type="body" idx="1"/>
          </p:nvPr>
        </p:nvSpPr>
        <p:spPr>
          <a:xfrm>
            <a:off x="1524000" y="1938338"/>
            <a:ext cx="9144000" cy="4114800"/>
          </a:xfrm>
        </p:spPr>
        <p:txBody>
          <a:bodyPr>
            <a:normAutofit/>
          </a:bodyPr>
          <a:lstStyle/>
          <a:p>
            <a:pPr>
              <a:lnSpc>
                <a:spcPct val="80000"/>
              </a:lnSpc>
              <a:buFont typeface="Arial" panose="020B0604020202020204" pitchFamily="34" charset="0"/>
              <a:buChar char="•"/>
            </a:pPr>
            <a:r>
              <a:rPr lang="en-GB" altLang="en-US" sz="3200" dirty="0"/>
              <a:t>models system as one process box which represents scope of the system</a:t>
            </a:r>
          </a:p>
          <a:p>
            <a:pPr>
              <a:lnSpc>
                <a:spcPct val="80000"/>
              </a:lnSpc>
              <a:buFont typeface="Arial" panose="020B0604020202020204" pitchFamily="34" charset="0"/>
              <a:buChar char="•"/>
            </a:pPr>
            <a:r>
              <a:rPr lang="en-GB" altLang="en-US" sz="3200" dirty="0"/>
              <a:t>identifies external entities and related inputs and outputs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a:extLst>
              <a:ext uri="{FF2B5EF4-FFF2-40B4-BE49-F238E27FC236}">
                <a16:creationId xmlns:a16="http://schemas.microsoft.com/office/drawing/2014/main" id="{EEA09E09-EDDE-4ADF-56B8-84575981E6B7}"/>
              </a:ext>
            </a:extLst>
          </p:cNvPr>
          <p:cNvSpPr>
            <a:spLocks noGrp="1" noChangeArrowheads="1"/>
          </p:cNvSpPr>
          <p:nvPr>
            <p:ph type="title"/>
          </p:nvPr>
        </p:nvSpPr>
        <p:spPr>
          <a:xfrm>
            <a:off x="1524001" y="0"/>
            <a:ext cx="9134475" cy="1143000"/>
          </a:xfrm>
        </p:spPr>
        <p:txBody>
          <a:bodyPr/>
          <a:lstStyle/>
          <a:p>
            <a:r>
              <a:rPr lang="en-GB" altLang="en-US"/>
              <a:t>Level 1 - overview diagram</a:t>
            </a:r>
          </a:p>
        </p:txBody>
      </p:sp>
      <p:sp>
        <p:nvSpPr>
          <p:cNvPr id="29699" name="Rectangle 1027">
            <a:extLst>
              <a:ext uri="{FF2B5EF4-FFF2-40B4-BE49-F238E27FC236}">
                <a16:creationId xmlns:a16="http://schemas.microsoft.com/office/drawing/2014/main" id="{62131A66-EFA6-F4E8-55CA-B6C3ACE603E6}"/>
              </a:ext>
            </a:extLst>
          </p:cNvPr>
          <p:cNvSpPr>
            <a:spLocks noGrp="1" noChangeArrowheads="1"/>
          </p:cNvSpPr>
          <p:nvPr>
            <p:ph type="body" idx="1"/>
          </p:nvPr>
        </p:nvSpPr>
        <p:spPr>
          <a:xfrm>
            <a:off x="1524000" y="1938338"/>
            <a:ext cx="9144000" cy="4114800"/>
          </a:xfrm>
        </p:spPr>
        <p:txBody>
          <a:bodyPr>
            <a:normAutofit/>
          </a:bodyPr>
          <a:lstStyle/>
          <a:p>
            <a:pPr>
              <a:buFont typeface="Arial" panose="020B0604020202020204" pitchFamily="34" charset="0"/>
              <a:buChar char="•"/>
            </a:pPr>
            <a:r>
              <a:rPr lang="en-GB" altLang="en-US" sz="2800" dirty="0"/>
              <a:t>gives overview of full system </a:t>
            </a:r>
          </a:p>
          <a:p>
            <a:pPr>
              <a:buFont typeface="Arial" panose="020B0604020202020204" pitchFamily="34" charset="0"/>
              <a:buChar char="•"/>
            </a:pPr>
            <a:r>
              <a:rPr lang="en-GB" altLang="en-US" sz="2800" dirty="0"/>
              <a:t>identifies major processes and data flows between them</a:t>
            </a:r>
          </a:p>
          <a:p>
            <a:pPr>
              <a:buFont typeface="Arial" panose="020B0604020202020204" pitchFamily="34" charset="0"/>
              <a:buChar char="•"/>
            </a:pPr>
            <a:r>
              <a:rPr lang="en-GB" altLang="en-US" sz="2800" dirty="0"/>
              <a:t>identifies data stores that are used by the major processes</a:t>
            </a:r>
          </a:p>
          <a:p>
            <a:pPr>
              <a:buFont typeface="Arial" panose="020B0604020202020204" pitchFamily="34" charset="0"/>
              <a:buChar char="•"/>
            </a:pPr>
            <a:r>
              <a:rPr lang="en-GB" altLang="en-US" sz="2800" dirty="0"/>
              <a:t>boundary of level 1 is the context diagram</a:t>
            </a:r>
          </a:p>
        </p:txBody>
      </p:sp>
      <mc:AlternateContent xmlns:mc="http://schemas.openxmlformats.org/markup-compatibility/2006" xmlns:p14="http://schemas.microsoft.com/office/powerpoint/2010/main">
        <mc:Choice Requires="p14">
          <p:contentPart p14:bwMode="auto" r:id="rId2">
            <p14:nvContentPartPr>
              <p14:cNvPr id="12293" name="Ink 7">
                <a:extLst>
                  <a:ext uri="{FF2B5EF4-FFF2-40B4-BE49-F238E27FC236}">
                    <a16:creationId xmlns:a16="http://schemas.microsoft.com/office/drawing/2014/main" id="{1D81C316-069A-49F1-8BCE-DA93CE752C78}"/>
                  </a:ext>
                </a:extLst>
              </p14:cNvPr>
              <p14:cNvContentPartPr>
                <a14:cpLocks xmlns:a14="http://schemas.microsoft.com/office/drawing/2010/main" noRot="1" noChangeAspect="1" noEditPoints="1" noChangeArrowheads="1" noChangeShapeType="1"/>
              </p14:cNvContentPartPr>
              <p14:nvPr/>
            </p14:nvContentPartPr>
            <p14:xfrm>
              <a:off x="4568826" y="5656263"/>
              <a:ext cx="4763" cy="6350"/>
            </p14:xfrm>
          </p:contentPart>
        </mc:Choice>
        <mc:Fallback xmlns="">
          <p:pic>
            <p:nvPicPr>
              <p:cNvPr id="12293" name="Ink 7">
                <a:extLst>
                  <a:ext uri="{FF2B5EF4-FFF2-40B4-BE49-F238E27FC236}">
                    <a16:creationId xmlns:a16="http://schemas.microsoft.com/office/drawing/2014/main" id="{1D81C316-069A-49F1-8BCE-DA93CE752C78}"/>
                  </a:ext>
                </a:extLst>
              </p:cNvPr>
              <p:cNvPicPr>
                <a:picLocks noRot="1" noChangeAspect="1" noEditPoints="1" noChangeArrowheads="1" noChangeShapeType="1"/>
              </p:cNvPicPr>
              <p:nvPr/>
            </p:nvPicPr>
            <p:blipFill>
              <a:blip r:embed="rId3"/>
              <a:stretch>
                <a:fillRect/>
              </a:stretch>
            </p:blipFill>
            <p:spPr>
              <a:xfrm>
                <a:off x="4559980" y="5645944"/>
                <a:ext cx="22454" cy="26988"/>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a:extLst>
              <a:ext uri="{FF2B5EF4-FFF2-40B4-BE49-F238E27FC236}">
                <a16:creationId xmlns:a16="http://schemas.microsoft.com/office/drawing/2014/main" id="{CF5B1B9F-B217-A432-8A28-F1F36217434C}"/>
              </a:ext>
            </a:extLst>
          </p:cNvPr>
          <p:cNvSpPr>
            <a:spLocks noGrp="1" noChangeArrowheads="1"/>
          </p:cNvSpPr>
          <p:nvPr>
            <p:ph type="title"/>
          </p:nvPr>
        </p:nvSpPr>
        <p:spPr>
          <a:xfrm>
            <a:off x="1524001" y="0"/>
            <a:ext cx="9134475" cy="1143000"/>
          </a:xfrm>
        </p:spPr>
        <p:txBody>
          <a:bodyPr/>
          <a:lstStyle/>
          <a:p>
            <a:r>
              <a:rPr lang="en-GB" altLang="en-US"/>
              <a:t>Level 2 - detailed diagram</a:t>
            </a:r>
          </a:p>
        </p:txBody>
      </p:sp>
      <p:sp>
        <p:nvSpPr>
          <p:cNvPr id="30723" name="Rectangle 1027">
            <a:extLst>
              <a:ext uri="{FF2B5EF4-FFF2-40B4-BE49-F238E27FC236}">
                <a16:creationId xmlns:a16="http://schemas.microsoft.com/office/drawing/2014/main" id="{9268620A-A99A-6FA0-F80D-DA3B4314B564}"/>
              </a:ext>
            </a:extLst>
          </p:cNvPr>
          <p:cNvSpPr>
            <a:spLocks noGrp="1" noChangeArrowheads="1"/>
          </p:cNvSpPr>
          <p:nvPr>
            <p:ph type="body" idx="1"/>
          </p:nvPr>
        </p:nvSpPr>
        <p:spPr>
          <a:xfrm>
            <a:off x="1524000" y="1938338"/>
            <a:ext cx="9144000" cy="4114800"/>
          </a:xfrm>
        </p:spPr>
        <p:txBody>
          <a:bodyPr>
            <a:normAutofit/>
          </a:bodyPr>
          <a:lstStyle/>
          <a:p>
            <a:pPr>
              <a:buFont typeface="Arial" panose="020B0604020202020204" pitchFamily="34" charset="0"/>
              <a:buChar char="•"/>
            </a:pPr>
            <a:r>
              <a:rPr lang="en-GB" altLang="en-US" sz="2800" dirty="0"/>
              <a:t>level 1 process is expanded into more detail</a:t>
            </a:r>
          </a:p>
          <a:p>
            <a:pPr>
              <a:buFont typeface="Arial" panose="020B0604020202020204" pitchFamily="34" charset="0"/>
              <a:buChar char="•"/>
            </a:pPr>
            <a:r>
              <a:rPr lang="en-GB" altLang="en-US" sz="2800" dirty="0"/>
              <a:t>each process in level 1 is decomposed to show its constituent processes</a:t>
            </a:r>
          </a:p>
          <a:p>
            <a:pPr>
              <a:buFont typeface="Arial" panose="020B0604020202020204" pitchFamily="34" charset="0"/>
              <a:buChar char="•"/>
            </a:pPr>
            <a:r>
              <a:rPr lang="en-GB" altLang="en-US" sz="2800" dirty="0"/>
              <a:t>boundary of level 2 is the level 1 process</a:t>
            </a:r>
          </a:p>
        </p:txBody>
      </p:sp>
      <mc:AlternateContent xmlns:mc="http://schemas.openxmlformats.org/markup-compatibility/2006" xmlns:p14="http://schemas.microsoft.com/office/powerpoint/2010/main">
        <mc:Choice Requires="p14">
          <p:contentPart p14:bwMode="auto" r:id="rId2">
            <p14:nvContentPartPr>
              <p14:cNvPr id="13314" name="Ink 4">
                <a:extLst>
                  <a:ext uri="{FF2B5EF4-FFF2-40B4-BE49-F238E27FC236}">
                    <a16:creationId xmlns:a16="http://schemas.microsoft.com/office/drawing/2014/main" id="{ADB55961-4F26-450D-9A34-DD14794623E4}"/>
                  </a:ext>
                </a:extLst>
              </p14:cNvPr>
              <p14:cNvContentPartPr>
                <a14:cpLocks xmlns:a14="http://schemas.microsoft.com/office/drawing/2010/main" noRot="1" noChangeAspect="1" noEditPoints="1" noChangeArrowheads="1" noChangeShapeType="1"/>
              </p14:cNvContentPartPr>
              <p14:nvPr/>
            </p14:nvContentPartPr>
            <p14:xfrm>
              <a:off x="2917826" y="5078414"/>
              <a:ext cx="708025" cy="230187"/>
            </p14:xfrm>
          </p:contentPart>
        </mc:Choice>
        <mc:Fallback xmlns="">
          <p:pic>
            <p:nvPicPr>
              <p:cNvPr id="13314" name="Ink 4">
                <a:extLst>
                  <a:ext uri="{FF2B5EF4-FFF2-40B4-BE49-F238E27FC236}">
                    <a16:creationId xmlns:a16="http://schemas.microsoft.com/office/drawing/2014/main" id="{ADB55961-4F26-450D-9A34-DD14794623E4}"/>
                  </a:ext>
                </a:extLst>
              </p:cNvPr>
              <p:cNvPicPr>
                <a:picLocks noRot="1" noChangeAspect="1" noEditPoints="1" noChangeArrowheads="1" noChangeShapeType="1"/>
              </p:cNvPicPr>
              <p:nvPr/>
            </p:nvPicPr>
            <p:blipFill>
              <a:blip r:embed="rId3"/>
              <a:stretch>
                <a:fillRect/>
              </a:stretch>
            </p:blipFill>
            <p:spPr>
              <a:xfrm>
                <a:off x="2908462" y="5069019"/>
                <a:ext cx="726752" cy="248978"/>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09C368B-8912-8CCA-0E83-966E156E125D}"/>
              </a:ext>
            </a:extLst>
          </p:cNvPr>
          <p:cNvSpPr>
            <a:spLocks noGrp="1" noChangeArrowheads="1"/>
          </p:cNvSpPr>
          <p:nvPr>
            <p:ph type="title"/>
          </p:nvPr>
        </p:nvSpPr>
        <p:spPr>
          <a:xfrm>
            <a:off x="1524001" y="0"/>
            <a:ext cx="9134475" cy="1143000"/>
          </a:xfrm>
        </p:spPr>
        <p:txBody>
          <a:bodyPr/>
          <a:lstStyle/>
          <a:p>
            <a:r>
              <a:rPr lang="en-GB" altLang="en-US"/>
              <a:t>Numbering</a:t>
            </a:r>
          </a:p>
        </p:txBody>
      </p:sp>
      <p:sp>
        <p:nvSpPr>
          <p:cNvPr id="34819" name="Rectangle 3">
            <a:extLst>
              <a:ext uri="{FF2B5EF4-FFF2-40B4-BE49-F238E27FC236}">
                <a16:creationId xmlns:a16="http://schemas.microsoft.com/office/drawing/2014/main" id="{D5FD933B-9427-DD34-DE43-283C594A5D00}"/>
              </a:ext>
            </a:extLst>
          </p:cNvPr>
          <p:cNvSpPr>
            <a:spLocks noGrp="1" noChangeArrowheads="1"/>
          </p:cNvSpPr>
          <p:nvPr>
            <p:ph type="body" idx="1"/>
          </p:nvPr>
        </p:nvSpPr>
        <p:spPr>
          <a:xfrm>
            <a:off x="1524000" y="1938338"/>
            <a:ext cx="9144000" cy="4114800"/>
          </a:xfrm>
        </p:spPr>
        <p:txBody>
          <a:bodyPr>
            <a:normAutofit/>
          </a:bodyPr>
          <a:lstStyle/>
          <a:p>
            <a:pPr>
              <a:buFont typeface="Arial" panose="020B0604020202020204" pitchFamily="34" charset="0"/>
              <a:buChar char="•"/>
            </a:pPr>
            <a:r>
              <a:rPr lang="en-GB" altLang="en-US" sz="2400" dirty="0"/>
              <a:t>On level 1 processes are numbered 1,2,3…</a:t>
            </a:r>
          </a:p>
          <a:p>
            <a:pPr>
              <a:buFont typeface="Arial" panose="020B0604020202020204" pitchFamily="34" charset="0"/>
              <a:buChar char="•"/>
            </a:pPr>
            <a:r>
              <a:rPr lang="en-GB" altLang="en-US" sz="2400" dirty="0"/>
              <a:t>On level 2 processes are numbered x.1, x.2, x.3… where x is the number of the parent level 1 process</a:t>
            </a:r>
          </a:p>
          <a:p>
            <a:pPr>
              <a:buFont typeface="Arial" panose="020B0604020202020204" pitchFamily="34" charset="0"/>
              <a:buChar char="•"/>
            </a:pPr>
            <a:r>
              <a:rPr lang="en-GB" altLang="en-US" sz="2400" dirty="0"/>
              <a:t>Number is used to uniquely identify process </a:t>
            </a:r>
            <a:r>
              <a:rPr lang="en-GB" altLang="en-US" sz="2400" b="1" dirty="0"/>
              <a:t>not</a:t>
            </a:r>
            <a:r>
              <a:rPr lang="en-GB" altLang="en-US" sz="2400" dirty="0"/>
              <a:t> to represent any order of processing</a:t>
            </a:r>
          </a:p>
          <a:p>
            <a:pPr>
              <a:buFont typeface="Arial" panose="020B0604020202020204" pitchFamily="34" charset="0"/>
              <a:buChar char="•"/>
            </a:pPr>
            <a:r>
              <a:rPr lang="en-GB" altLang="en-US" sz="2400" dirty="0"/>
              <a:t>Data store numbers usually D1, D2, D3...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F5FC8C4-CCE3-1679-FE4B-EB0CBD1EB8CE}"/>
              </a:ext>
            </a:extLst>
          </p:cNvPr>
          <p:cNvSpPr>
            <a:spLocks noGrp="1" noChangeArrowheads="1"/>
          </p:cNvSpPr>
          <p:nvPr>
            <p:ph type="title"/>
          </p:nvPr>
        </p:nvSpPr>
        <p:spPr>
          <a:xfrm>
            <a:off x="1524001" y="0"/>
            <a:ext cx="9134475" cy="1143000"/>
          </a:xfrm>
        </p:spPr>
        <p:txBody>
          <a:bodyPr/>
          <a:lstStyle/>
          <a:p>
            <a:r>
              <a:rPr lang="en-GB" altLang="en-US"/>
              <a:t>Labelling</a:t>
            </a:r>
          </a:p>
        </p:txBody>
      </p:sp>
      <p:sp>
        <p:nvSpPr>
          <p:cNvPr id="35843" name="Rectangle 3">
            <a:extLst>
              <a:ext uri="{FF2B5EF4-FFF2-40B4-BE49-F238E27FC236}">
                <a16:creationId xmlns:a16="http://schemas.microsoft.com/office/drawing/2014/main" id="{66B219FC-0DC7-32D0-6EA8-0D326A39B312}"/>
              </a:ext>
            </a:extLst>
          </p:cNvPr>
          <p:cNvSpPr>
            <a:spLocks noGrp="1" noChangeArrowheads="1"/>
          </p:cNvSpPr>
          <p:nvPr>
            <p:ph type="body" idx="1"/>
          </p:nvPr>
        </p:nvSpPr>
        <p:spPr>
          <a:xfrm>
            <a:off x="1524000" y="1938338"/>
            <a:ext cx="9144000" cy="4114800"/>
          </a:xfrm>
        </p:spPr>
        <p:txBody>
          <a:bodyPr>
            <a:normAutofit/>
          </a:bodyPr>
          <a:lstStyle/>
          <a:p>
            <a:pPr>
              <a:buFont typeface="Arial" panose="020B0604020202020204" pitchFamily="34" charset="0"/>
              <a:buChar char="•"/>
            </a:pPr>
            <a:r>
              <a:rPr lang="en-GB" altLang="en-US" sz="2400" dirty="0"/>
              <a:t>Process label - short description of what the process does, </a:t>
            </a:r>
            <a:r>
              <a:rPr lang="en-GB" altLang="en-US" sz="2400" dirty="0" err="1"/>
              <a:t>e.G.</a:t>
            </a:r>
            <a:r>
              <a:rPr lang="en-GB" altLang="en-US" sz="2400" dirty="0"/>
              <a:t> Price order</a:t>
            </a:r>
          </a:p>
          <a:p>
            <a:pPr>
              <a:buFont typeface="Arial" panose="020B0604020202020204" pitchFamily="34" charset="0"/>
              <a:buChar char="•"/>
            </a:pPr>
            <a:r>
              <a:rPr lang="en-GB" altLang="en-US" sz="2400" dirty="0"/>
              <a:t>Data flow label - noun representing the data flowing through it </a:t>
            </a:r>
            <a:r>
              <a:rPr lang="en-GB" altLang="en-US" sz="2400" dirty="0" err="1"/>
              <a:t>e.G.</a:t>
            </a:r>
            <a:r>
              <a:rPr lang="en-GB" altLang="en-US" sz="2400" dirty="0"/>
              <a:t> Customer payment</a:t>
            </a:r>
          </a:p>
          <a:p>
            <a:pPr>
              <a:buFont typeface="Arial" panose="020B0604020202020204" pitchFamily="34" charset="0"/>
              <a:buChar char="•"/>
            </a:pPr>
            <a:r>
              <a:rPr lang="en-GB" altLang="en-US" sz="2400" dirty="0"/>
              <a:t>Data store label - describes the type of data stored</a:t>
            </a:r>
          </a:p>
          <a:p>
            <a:pPr>
              <a:buFont typeface="Arial" panose="020B0604020202020204" pitchFamily="34" charset="0"/>
              <a:buChar char="•"/>
            </a:pPr>
            <a:r>
              <a:rPr lang="en-GB" altLang="en-US" sz="2400" dirty="0"/>
              <a:t>Make labels as meaningful as possible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425526" y="410693"/>
            <a:ext cx="10058400" cy="738664"/>
          </a:xfrm>
          <a:prstGeom prst="rect">
            <a:avLst/>
          </a:prstGeom>
        </p:spPr>
        <p:txBody>
          <a:bodyPr vert="horz" wrap="square" lIns="0" tIns="0" rIns="0" bIns="0" rtlCol="0" anchor="b">
            <a:spAutoFit/>
          </a:bodyPr>
          <a:lstStyle/>
          <a:p>
            <a:pPr marL="393700">
              <a:lnSpc>
                <a:spcPct val="100000"/>
              </a:lnSpc>
            </a:pPr>
            <a:r>
              <a:rPr spc="-20" dirty="0">
                <a:latin typeface="Arial"/>
                <a:cs typeface="Arial"/>
              </a:rPr>
              <a:t>Patient</a:t>
            </a:r>
            <a:r>
              <a:rPr spc="120" dirty="0">
                <a:latin typeface="Times New Roman"/>
                <a:cs typeface="Times New Roman"/>
              </a:rPr>
              <a:t> </a:t>
            </a:r>
            <a:r>
              <a:rPr spc="-20" dirty="0">
                <a:latin typeface="Arial"/>
                <a:cs typeface="Arial"/>
              </a:rPr>
              <a:t>Monitoring</a:t>
            </a:r>
            <a:r>
              <a:rPr spc="135" dirty="0">
                <a:latin typeface="Times New Roman"/>
                <a:cs typeface="Times New Roman"/>
              </a:rPr>
              <a:t> </a:t>
            </a:r>
            <a:r>
              <a:rPr spc="-25" dirty="0">
                <a:latin typeface="Arial"/>
                <a:cs typeface="Arial"/>
              </a:rPr>
              <a:t>Sys</a:t>
            </a:r>
            <a:r>
              <a:rPr spc="-5" dirty="0">
                <a:latin typeface="Arial"/>
                <a:cs typeface="Arial"/>
              </a:rPr>
              <a:t>t</a:t>
            </a:r>
            <a:r>
              <a:rPr spc="-35" dirty="0">
                <a:latin typeface="Arial"/>
                <a:cs typeface="Arial"/>
              </a:rPr>
              <a:t>em</a:t>
            </a:r>
          </a:p>
        </p:txBody>
      </p:sp>
      <p:sp>
        <p:nvSpPr>
          <p:cNvPr id="7" name="object 7"/>
          <p:cNvSpPr/>
          <p:nvPr/>
        </p:nvSpPr>
        <p:spPr>
          <a:xfrm>
            <a:off x="4500621" y="2859842"/>
            <a:ext cx="2795270" cy="1508125"/>
          </a:xfrm>
          <a:custGeom>
            <a:avLst/>
            <a:gdLst/>
            <a:ahLst/>
            <a:cxnLst/>
            <a:rect l="l" t="t" r="r" b="b"/>
            <a:pathLst>
              <a:path w="2795270" h="1508125">
                <a:moveTo>
                  <a:pt x="2543824" y="0"/>
                </a:moveTo>
                <a:lnTo>
                  <a:pt x="251331" y="0"/>
                </a:lnTo>
                <a:lnTo>
                  <a:pt x="230718" y="833"/>
                </a:lnTo>
                <a:lnTo>
                  <a:pt x="190934" y="7304"/>
                </a:lnTo>
                <a:lnTo>
                  <a:pt x="153502" y="19751"/>
                </a:lnTo>
                <a:lnTo>
                  <a:pt x="118941" y="37657"/>
                </a:lnTo>
                <a:lnTo>
                  <a:pt x="87768" y="60502"/>
                </a:lnTo>
                <a:lnTo>
                  <a:pt x="60500" y="87771"/>
                </a:lnTo>
                <a:lnTo>
                  <a:pt x="37655" y="118945"/>
                </a:lnTo>
                <a:lnTo>
                  <a:pt x="19751" y="153507"/>
                </a:lnTo>
                <a:lnTo>
                  <a:pt x="7304" y="190940"/>
                </a:lnTo>
                <a:lnTo>
                  <a:pt x="833" y="230725"/>
                </a:lnTo>
                <a:lnTo>
                  <a:pt x="0" y="251338"/>
                </a:lnTo>
                <a:lnTo>
                  <a:pt x="0" y="1256797"/>
                </a:lnTo>
                <a:lnTo>
                  <a:pt x="3289" y="1297566"/>
                </a:lnTo>
                <a:lnTo>
                  <a:pt x="12813" y="1336240"/>
                </a:lnTo>
                <a:lnTo>
                  <a:pt x="28053" y="1372301"/>
                </a:lnTo>
                <a:lnTo>
                  <a:pt x="48492" y="1405232"/>
                </a:lnTo>
                <a:lnTo>
                  <a:pt x="73613" y="1434517"/>
                </a:lnTo>
                <a:lnTo>
                  <a:pt x="102898" y="1459636"/>
                </a:lnTo>
                <a:lnTo>
                  <a:pt x="135830" y="1480074"/>
                </a:lnTo>
                <a:lnTo>
                  <a:pt x="171891" y="1495314"/>
                </a:lnTo>
                <a:lnTo>
                  <a:pt x="210564" y="1504836"/>
                </a:lnTo>
                <a:lnTo>
                  <a:pt x="251331" y="1508125"/>
                </a:lnTo>
                <a:lnTo>
                  <a:pt x="2543824" y="1508125"/>
                </a:lnTo>
                <a:lnTo>
                  <a:pt x="2584591" y="1504836"/>
                </a:lnTo>
                <a:lnTo>
                  <a:pt x="2623264" y="1495314"/>
                </a:lnTo>
                <a:lnTo>
                  <a:pt x="2659326" y="1480074"/>
                </a:lnTo>
                <a:lnTo>
                  <a:pt x="2692259" y="1459636"/>
                </a:lnTo>
                <a:lnTo>
                  <a:pt x="2721545" y="1434517"/>
                </a:lnTo>
                <a:lnTo>
                  <a:pt x="2746667" y="1405232"/>
                </a:lnTo>
                <a:lnTo>
                  <a:pt x="2767107" y="1372301"/>
                </a:lnTo>
                <a:lnTo>
                  <a:pt x="2782348" y="1336240"/>
                </a:lnTo>
                <a:lnTo>
                  <a:pt x="2791872" y="1297566"/>
                </a:lnTo>
                <a:lnTo>
                  <a:pt x="2795162" y="1256797"/>
                </a:lnTo>
                <a:lnTo>
                  <a:pt x="2795162" y="251338"/>
                </a:lnTo>
                <a:lnTo>
                  <a:pt x="2791872" y="210570"/>
                </a:lnTo>
                <a:lnTo>
                  <a:pt x="2782348" y="171897"/>
                </a:lnTo>
                <a:lnTo>
                  <a:pt x="2767107" y="135835"/>
                </a:lnTo>
                <a:lnTo>
                  <a:pt x="2746667" y="102902"/>
                </a:lnTo>
                <a:lnTo>
                  <a:pt x="2721545" y="73616"/>
                </a:lnTo>
                <a:lnTo>
                  <a:pt x="2692259" y="48494"/>
                </a:lnTo>
                <a:lnTo>
                  <a:pt x="2659326" y="28054"/>
                </a:lnTo>
                <a:lnTo>
                  <a:pt x="2623264" y="12813"/>
                </a:lnTo>
                <a:lnTo>
                  <a:pt x="2584591" y="3289"/>
                </a:lnTo>
                <a:lnTo>
                  <a:pt x="2543824" y="0"/>
                </a:lnTo>
                <a:close/>
              </a:path>
            </a:pathLst>
          </a:custGeom>
          <a:solidFill>
            <a:srgbClr val="00AF50"/>
          </a:solidFill>
        </p:spPr>
        <p:txBody>
          <a:bodyPr wrap="square" lIns="0" tIns="0" rIns="0" bIns="0" rtlCol="0"/>
          <a:lstStyle/>
          <a:p>
            <a:endParaRPr/>
          </a:p>
        </p:txBody>
      </p:sp>
      <p:sp>
        <p:nvSpPr>
          <p:cNvPr id="8" name="object 8"/>
          <p:cNvSpPr/>
          <p:nvPr/>
        </p:nvSpPr>
        <p:spPr>
          <a:xfrm>
            <a:off x="4500621" y="2879720"/>
            <a:ext cx="2795270" cy="1508125"/>
          </a:xfrm>
          <a:custGeom>
            <a:avLst/>
            <a:gdLst/>
            <a:ahLst/>
            <a:cxnLst/>
            <a:rect l="l" t="t" r="r" b="b"/>
            <a:pathLst>
              <a:path w="2795270" h="1508125">
                <a:moveTo>
                  <a:pt x="0" y="251338"/>
                </a:moveTo>
                <a:lnTo>
                  <a:pt x="3289" y="210570"/>
                </a:lnTo>
                <a:lnTo>
                  <a:pt x="12813" y="171897"/>
                </a:lnTo>
                <a:lnTo>
                  <a:pt x="28053" y="135835"/>
                </a:lnTo>
                <a:lnTo>
                  <a:pt x="48492" y="102902"/>
                </a:lnTo>
                <a:lnTo>
                  <a:pt x="73613" y="73616"/>
                </a:lnTo>
                <a:lnTo>
                  <a:pt x="102898" y="48494"/>
                </a:lnTo>
                <a:lnTo>
                  <a:pt x="135830" y="28054"/>
                </a:lnTo>
                <a:lnTo>
                  <a:pt x="171891" y="12813"/>
                </a:lnTo>
                <a:lnTo>
                  <a:pt x="210564" y="3289"/>
                </a:lnTo>
                <a:lnTo>
                  <a:pt x="251331" y="0"/>
                </a:lnTo>
                <a:lnTo>
                  <a:pt x="2543824" y="0"/>
                </a:lnTo>
                <a:lnTo>
                  <a:pt x="2584591" y="3289"/>
                </a:lnTo>
                <a:lnTo>
                  <a:pt x="2623264" y="12813"/>
                </a:lnTo>
                <a:lnTo>
                  <a:pt x="2659326" y="28054"/>
                </a:lnTo>
                <a:lnTo>
                  <a:pt x="2692259" y="48494"/>
                </a:lnTo>
                <a:lnTo>
                  <a:pt x="2721545" y="73616"/>
                </a:lnTo>
                <a:lnTo>
                  <a:pt x="2746667" y="102902"/>
                </a:lnTo>
                <a:lnTo>
                  <a:pt x="2767107" y="135835"/>
                </a:lnTo>
                <a:lnTo>
                  <a:pt x="2782348" y="171897"/>
                </a:lnTo>
                <a:lnTo>
                  <a:pt x="2791872" y="210570"/>
                </a:lnTo>
                <a:lnTo>
                  <a:pt x="2795162" y="251338"/>
                </a:lnTo>
                <a:lnTo>
                  <a:pt x="2795162" y="1256797"/>
                </a:lnTo>
                <a:lnTo>
                  <a:pt x="2791872" y="1297566"/>
                </a:lnTo>
                <a:lnTo>
                  <a:pt x="2782348" y="1336240"/>
                </a:lnTo>
                <a:lnTo>
                  <a:pt x="2767107" y="1372301"/>
                </a:lnTo>
                <a:lnTo>
                  <a:pt x="2746667" y="1405232"/>
                </a:lnTo>
                <a:lnTo>
                  <a:pt x="2721545" y="1434517"/>
                </a:lnTo>
                <a:lnTo>
                  <a:pt x="2692259" y="1459636"/>
                </a:lnTo>
                <a:lnTo>
                  <a:pt x="2659326" y="1480074"/>
                </a:lnTo>
                <a:lnTo>
                  <a:pt x="2623264" y="1495314"/>
                </a:lnTo>
                <a:lnTo>
                  <a:pt x="2584591" y="1504836"/>
                </a:lnTo>
                <a:lnTo>
                  <a:pt x="2543824" y="1508125"/>
                </a:lnTo>
                <a:lnTo>
                  <a:pt x="251331" y="1508125"/>
                </a:lnTo>
                <a:lnTo>
                  <a:pt x="210564" y="1504836"/>
                </a:lnTo>
                <a:lnTo>
                  <a:pt x="171891" y="1495314"/>
                </a:lnTo>
                <a:lnTo>
                  <a:pt x="135830" y="1480074"/>
                </a:lnTo>
                <a:lnTo>
                  <a:pt x="102898" y="1459636"/>
                </a:lnTo>
                <a:lnTo>
                  <a:pt x="73613" y="1434517"/>
                </a:lnTo>
                <a:lnTo>
                  <a:pt x="48492" y="1405232"/>
                </a:lnTo>
                <a:lnTo>
                  <a:pt x="28053" y="1372301"/>
                </a:lnTo>
                <a:lnTo>
                  <a:pt x="12813" y="1336240"/>
                </a:lnTo>
                <a:lnTo>
                  <a:pt x="3289" y="1297566"/>
                </a:lnTo>
                <a:lnTo>
                  <a:pt x="0" y="1256797"/>
                </a:lnTo>
                <a:lnTo>
                  <a:pt x="0" y="251338"/>
                </a:lnTo>
                <a:close/>
              </a:path>
            </a:pathLst>
          </a:custGeom>
          <a:ln w="25399">
            <a:solidFill>
              <a:srgbClr val="000000"/>
            </a:solidFill>
          </a:ln>
        </p:spPr>
        <p:txBody>
          <a:bodyPr wrap="square" lIns="0" tIns="0" rIns="0" bIns="0" rtlCol="0"/>
          <a:lstStyle/>
          <a:p>
            <a:endParaRPr/>
          </a:p>
        </p:txBody>
      </p:sp>
      <p:sp>
        <p:nvSpPr>
          <p:cNvPr id="9" name="object 9"/>
          <p:cNvSpPr txBox="1"/>
          <p:nvPr/>
        </p:nvSpPr>
        <p:spPr>
          <a:xfrm>
            <a:off x="5054856" y="3039914"/>
            <a:ext cx="1686560" cy="1292662"/>
          </a:xfrm>
          <a:prstGeom prst="rect">
            <a:avLst/>
          </a:prstGeom>
        </p:spPr>
        <p:txBody>
          <a:bodyPr vert="horz" wrap="square" lIns="0" tIns="0" rIns="0" bIns="0" rtlCol="0">
            <a:spAutoFit/>
          </a:bodyPr>
          <a:lstStyle/>
          <a:p>
            <a:pPr marL="12065" marR="5080" algn="ctr"/>
            <a:r>
              <a:rPr sz="2800" spc="-15" dirty="0">
                <a:solidFill>
                  <a:srgbClr val="FFFFFF"/>
                </a:solidFill>
                <a:latin typeface="Arial"/>
                <a:cs typeface="Arial"/>
              </a:rPr>
              <a:t>Patie</a:t>
            </a:r>
            <a:r>
              <a:rPr sz="2800" spc="-20" dirty="0">
                <a:solidFill>
                  <a:srgbClr val="FFFFFF"/>
                </a:solidFill>
                <a:latin typeface="Arial"/>
                <a:cs typeface="Arial"/>
              </a:rPr>
              <a:t>nt</a:t>
            </a:r>
            <a:r>
              <a:rPr sz="2800" spc="-15" dirty="0">
                <a:solidFill>
                  <a:srgbClr val="FFFFFF"/>
                </a:solidFill>
                <a:latin typeface="Times New Roman"/>
                <a:cs typeface="Times New Roman"/>
              </a:rPr>
              <a:t> </a:t>
            </a:r>
            <a:r>
              <a:rPr sz="2800" spc="-20" dirty="0">
                <a:solidFill>
                  <a:srgbClr val="FFFFFF"/>
                </a:solidFill>
                <a:latin typeface="Arial"/>
                <a:cs typeface="Arial"/>
              </a:rPr>
              <a:t>Mon</a:t>
            </a:r>
            <a:r>
              <a:rPr sz="2800" spc="-15" dirty="0">
                <a:solidFill>
                  <a:srgbClr val="FFFFFF"/>
                </a:solidFill>
                <a:latin typeface="Arial"/>
                <a:cs typeface="Arial"/>
              </a:rPr>
              <a:t>ito</a:t>
            </a:r>
            <a:r>
              <a:rPr sz="2800" spc="-10" dirty="0">
                <a:solidFill>
                  <a:srgbClr val="FFFFFF"/>
                </a:solidFill>
                <a:latin typeface="Arial"/>
                <a:cs typeface="Arial"/>
              </a:rPr>
              <a:t>rin</a:t>
            </a:r>
            <a:r>
              <a:rPr sz="2800" spc="-20" dirty="0">
                <a:solidFill>
                  <a:srgbClr val="FFFFFF"/>
                </a:solidFill>
                <a:latin typeface="Arial"/>
                <a:cs typeface="Arial"/>
              </a:rPr>
              <a:t>g</a:t>
            </a:r>
            <a:r>
              <a:rPr sz="2800" spc="-10" dirty="0">
                <a:solidFill>
                  <a:srgbClr val="FFFFFF"/>
                </a:solidFill>
                <a:latin typeface="Times New Roman"/>
                <a:cs typeface="Times New Roman"/>
              </a:rPr>
              <a:t> </a:t>
            </a:r>
            <a:r>
              <a:rPr sz="2800" spc="-15" dirty="0">
                <a:solidFill>
                  <a:srgbClr val="FFFFFF"/>
                </a:solidFill>
                <a:latin typeface="Arial"/>
                <a:cs typeface="Arial"/>
              </a:rPr>
              <a:t>Syste</a:t>
            </a:r>
            <a:r>
              <a:rPr sz="2800" spc="-25" dirty="0">
                <a:solidFill>
                  <a:srgbClr val="FFFFFF"/>
                </a:solidFill>
                <a:latin typeface="Arial"/>
                <a:cs typeface="Arial"/>
              </a:rPr>
              <a:t>m</a:t>
            </a:r>
            <a:endParaRPr sz="2800" dirty="0">
              <a:latin typeface="Arial"/>
              <a:cs typeface="Arial"/>
            </a:endParaRPr>
          </a:p>
        </p:txBody>
      </p:sp>
      <p:sp>
        <p:nvSpPr>
          <p:cNvPr id="10" name="object 10"/>
          <p:cNvSpPr txBox="1"/>
          <p:nvPr/>
        </p:nvSpPr>
        <p:spPr>
          <a:xfrm>
            <a:off x="1905001" y="1371606"/>
            <a:ext cx="1198245" cy="338554"/>
          </a:xfrm>
          <a:prstGeom prst="rect">
            <a:avLst/>
          </a:prstGeom>
          <a:solidFill>
            <a:srgbClr val="FFFF00"/>
          </a:solidFill>
          <a:ln w="25399">
            <a:solidFill>
              <a:srgbClr val="385D89"/>
            </a:solidFill>
          </a:ln>
        </p:spPr>
        <p:txBody>
          <a:bodyPr vert="horz" wrap="square" lIns="0" tIns="0" rIns="0" bIns="0" rtlCol="0">
            <a:spAutoFit/>
          </a:bodyPr>
          <a:lstStyle/>
          <a:p>
            <a:pPr marL="120014"/>
            <a:r>
              <a:rPr sz="2200" b="1" spc="-15" dirty="0">
                <a:latin typeface="Arial"/>
                <a:cs typeface="Arial"/>
              </a:rPr>
              <a:t>Patient</a:t>
            </a:r>
            <a:endParaRPr sz="2200">
              <a:latin typeface="Arial"/>
              <a:cs typeface="Arial"/>
            </a:endParaRPr>
          </a:p>
        </p:txBody>
      </p:sp>
      <p:sp>
        <p:nvSpPr>
          <p:cNvPr id="11" name="object 11"/>
          <p:cNvSpPr/>
          <p:nvPr/>
        </p:nvSpPr>
        <p:spPr>
          <a:xfrm>
            <a:off x="1905001" y="4749796"/>
            <a:ext cx="1198245" cy="1270000"/>
          </a:xfrm>
          <a:custGeom>
            <a:avLst/>
            <a:gdLst/>
            <a:ahLst/>
            <a:cxnLst/>
            <a:rect l="l" t="t" r="r" b="b"/>
            <a:pathLst>
              <a:path w="1198245" h="1270000">
                <a:moveTo>
                  <a:pt x="0" y="1270004"/>
                </a:moveTo>
                <a:lnTo>
                  <a:pt x="1197946" y="1270004"/>
                </a:lnTo>
                <a:lnTo>
                  <a:pt x="1197946" y="0"/>
                </a:lnTo>
                <a:lnTo>
                  <a:pt x="0" y="0"/>
                </a:lnTo>
                <a:lnTo>
                  <a:pt x="0" y="1270004"/>
                </a:lnTo>
                <a:close/>
              </a:path>
            </a:pathLst>
          </a:custGeom>
          <a:solidFill>
            <a:srgbClr val="FFFF00"/>
          </a:solidFill>
        </p:spPr>
        <p:txBody>
          <a:bodyPr wrap="square" lIns="0" tIns="0" rIns="0" bIns="0" rtlCol="0"/>
          <a:lstStyle/>
          <a:p>
            <a:endParaRPr/>
          </a:p>
        </p:txBody>
      </p:sp>
      <p:sp>
        <p:nvSpPr>
          <p:cNvPr id="12" name="object 12"/>
          <p:cNvSpPr/>
          <p:nvPr/>
        </p:nvSpPr>
        <p:spPr>
          <a:xfrm>
            <a:off x="1905001" y="4749796"/>
            <a:ext cx="1198245" cy="1270000"/>
          </a:xfrm>
          <a:custGeom>
            <a:avLst/>
            <a:gdLst/>
            <a:ahLst/>
            <a:cxnLst/>
            <a:rect l="l" t="t" r="r" b="b"/>
            <a:pathLst>
              <a:path w="1198245" h="1270000">
                <a:moveTo>
                  <a:pt x="0" y="1270004"/>
                </a:moveTo>
                <a:lnTo>
                  <a:pt x="1197946" y="1270004"/>
                </a:lnTo>
                <a:lnTo>
                  <a:pt x="1197946" y="0"/>
                </a:lnTo>
                <a:lnTo>
                  <a:pt x="0" y="0"/>
                </a:lnTo>
                <a:lnTo>
                  <a:pt x="0" y="1270004"/>
                </a:lnTo>
                <a:close/>
              </a:path>
            </a:pathLst>
          </a:custGeom>
          <a:ln w="25399">
            <a:solidFill>
              <a:srgbClr val="385D89"/>
            </a:solidFill>
          </a:ln>
        </p:spPr>
        <p:txBody>
          <a:bodyPr wrap="square" lIns="0" tIns="0" rIns="0" bIns="0" rtlCol="0"/>
          <a:lstStyle/>
          <a:p>
            <a:endParaRPr/>
          </a:p>
        </p:txBody>
      </p:sp>
      <p:sp>
        <p:nvSpPr>
          <p:cNvPr id="13" name="object 13"/>
          <p:cNvSpPr/>
          <p:nvPr/>
        </p:nvSpPr>
        <p:spPr>
          <a:xfrm>
            <a:off x="7575285" y="5260980"/>
            <a:ext cx="741680" cy="758825"/>
          </a:xfrm>
          <a:custGeom>
            <a:avLst/>
            <a:gdLst/>
            <a:ahLst/>
            <a:cxnLst/>
            <a:rect l="l" t="t" r="r" b="b"/>
            <a:pathLst>
              <a:path w="741679" h="758825">
                <a:moveTo>
                  <a:pt x="0" y="758820"/>
                </a:moveTo>
                <a:lnTo>
                  <a:pt x="741237" y="758820"/>
                </a:lnTo>
                <a:lnTo>
                  <a:pt x="741237" y="0"/>
                </a:lnTo>
                <a:lnTo>
                  <a:pt x="0" y="0"/>
                </a:lnTo>
                <a:lnTo>
                  <a:pt x="0" y="758820"/>
                </a:lnTo>
                <a:close/>
              </a:path>
            </a:pathLst>
          </a:custGeom>
          <a:solidFill>
            <a:srgbClr val="7F007F"/>
          </a:solidFill>
        </p:spPr>
        <p:txBody>
          <a:bodyPr wrap="square" lIns="0" tIns="0" rIns="0" bIns="0" rtlCol="0"/>
          <a:lstStyle/>
          <a:p>
            <a:endParaRPr/>
          </a:p>
        </p:txBody>
      </p:sp>
      <p:sp>
        <p:nvSpPr>
          <p:cNvPr id="14" name="object 14"/>
          <p:cNvSpPr/>
          <p:nvPr/>
        </p:nvSpPr>
        <p:spPr>
          <a:xfrm>
            <a:off x="7575285" y="5260980"/>
            <a:ext cx="741680" cy="758825"/>
          </a:xfrm>
          <a:custGeom>
            <a:avLst/>
            <a:gdLst/>
            <a:ahLst/>
            <a:cxnLst/>
            <a:rect l="l" t="t" r="r" b="b"/>
            <a:pathLst>
              <a:path w="741679" h="758825">
                <a:moveTo>
                  <a:pt x="0" y="758820"/>
                </a:moveTo>
                <a:lnTo>
                  <a:pt x="741237" y="758820"/>
                </a:lnTo>
                <a:lnTo>
                  <a:pt x="741237" y="0"/>
                </a:lnTo>
                <a:lnTo>
                  <a:pt x="0" y="0"/>
                </a:lnTo>
                <a:lnTo>
                  <a:pt x="0" y="758820"/>
                </a:lnTo>
                <a:close/>
              </a:path>
            </a:pathLst>
          </a:custGeom>
          <a:ln w="31750">
            <a:solidFill>
              <a:srgbClr val="000000"/>
            </a:solidFill>
          </a:ln>
        </p:spPr>
        <p:txBody>
          <a:bodyPr wrap="square" lIns="0" tIns="0" rIns="0" bIns="0" rtlCol="0"/>
          <a:lstStyle/>
          <a:p>
            <a:endParaRPr/>
          </a:p>
        </p:txBody>
      </p:sp>
      <p:sp>
        <p:nvSpPr>
          <p:cNvPr id="15" name="object 15"/>
          <p:cNvSpPr/>
          <p:nvPr/>
        </p:nvSpPr>
        <p:spPr>
          <a:xfrm>
            <a:off x="8316591" y="5260980"/>
            <a:ext cx="1894205" cy="758825"/>
          </a:xfrm>
          <a:custGeom>
            <a:avLst/>
            <a:gdLst/>
            <a:ahLst/>
            <a:cxnLst/>
            <a:rect l="l" t="t" r="r" b="b"/>
            <a:pathLst>
              <a:path w="1894204" h="758825">
                <a:moveTo>
                  <a:pt x="0" y="758820"/>
                </a:moveTo>
                <a:lnTo>
                  <a:pt x="1894200" y="758820"/>
                </a:lnTo>
                <a:lnTo>
                  <a:pt x="1894200" y="0"/>
                </a:lnTo>
                <a:lnTo>
                  <a:pt x="0" y="0"/>
                </a:lnTo>
                <a:lnTo>
                  <a:pt x="0" y="758820"/>
                </a:lnTo>
                <a:close/>
              </a:path>
            </a:pathLst>
          </a:custGeom>
          <a:solidFill>
            <a:srgbClr val="FFFFFF"/>
          </a:solidFill>
        </p:spPr>
        <p:txBody>
          <a:bodyPr wrap="square" lIns="0" tIns="0" rIns="0" bIns="0" rtlCol="0"/>
          <a:lstStyle/>
          <a:p>
            <a:endParaRPr/>
          </a:p>
        </p:txBody>
      </p:sp>
      <p:sp>
        <p:nvSpPr>
          <p:cNvPr id="16" name="object 16"/>
          <p:cNvSpPr/>
          <p:nvPr/>
        </p:nvSpPr>
        <p:spPr>
          <a:xfrm>
            <a:off x="8316591" y="5260980"/>
            <a:ext cx="1894205" cy="758825"/>
          </a:xfrm>
          <a:custGeom>
            <a:avLst/>
            <a:gdLst/>
            <a:ahLst/>
            <a:cxnLst/>
            <a:rect l="l" t="t" r="r" b="b"/>
            <a:pathLst>
              <a:path w="1894204" h="758825">
                <a:moveTo>
                  <a:pt x="0" y="758820"/>
                </a:moveTo>
                <a:lnTo>
                  <a:pt x="1894200" y="758820"/>
                </a:lnTo>
                <a:lnTo>
                  <a:pt x="1894200" y="0"/>
                </a:lnTo>
                <a:lnTo>
                  <a:pt x="0" y="0"/>
                </a:lnTo>
                <a:lnTo>
                  <a:pt x="0" y="758820"/>
                </a:lnTo>
                <a:close/>
              </a:path>
            </a:pathLst>
          </a:custGeom>
          <a:ln w="31750">
            <a:solidFill>
              <a:srgbClr val="000000"/>
            </a:solidFill>
          </a:ln>
        </p:spPr>
        <p:txBody>
          <a:bodyPr wrap="square" lIns="0" tIns="0" rIns="0" bIns="0" rtlCol="0"/>
          <a:lstStyle/>
          <a:p>
            <a:endParaRPr/>
          </a:p>
        </p:txBody>
      </p:sp>
      <p:sp>
        <p:nvSpPr>
          <p:cNvPr id="17" name="object 17"/>
          <p:cNvSpPr txBox="1"/>
          <p:nvPr/>
        </p:nvSpPr>
        <p:spPr>
          <a:xfrm>
            <a:off x="2095302" y="5250757"/>
            <a:ext cx="7942580" cy="589905"/>
          </a:xfrm>
          <a:prstGeom prst="rect">
            <a:avLst/>
          </a:prstGeom>
        </p:spPr>
        <p:txBody>
          <a:bodyPr vert="horz" wrap="square" lIns="0" tIns="0" rIns="0" bIns="0" rtlCol="0">
            <a:spAutoFit/>
          </a:bodyPr>
          <a:lstStyle/>
          <a:p>
            <a:pPr marL="12700">
              <a:lnSpc>
                <a:spcPts val="2325"/>
              </a:lnSpc>
            </a:pPr>
            <a:r>
              <a:rPr sz="2200" b="1" spc="-20" dirty="0">
                <a:latin typeface="Arial"/>
                <a:cs typeface="Arial"/>
              </a:rPr>
              <a:t>Nurse</a:t>
            </a:r>
            <a:endParaRPr sz="2200">
              <a:latin typeface="Arial"/>
              <a:cs typeface="Arial"/>
            </a:endParaRPr>
          </a:p>
          <a:p>
            <a:pPr marR="5080" algn="r">
              <a:lnSpc>
                <a:spcPts val="2325"/>
              </a:lnSpc>
            </a:pPr>
            <a:r>
              <a:rPr sz="2200" b="1" spc="-15" dirty="0">
                <a:latin typeface="Arial"/>
                <a:cs typeface="Arial"/>
              </a:rPr>
              <a:t>Patient</a:t>
            </a:r>
            <a:r>
              <a:rPr sz="2200" b="1" spc="85" dirty="0">
                <a:latin typeface="Times New Roman"/>
                <a:cs typeface="Times New Roman"/>
              </a:rPr>
              <a:t> </a:t>
            </a:r>
            <a:r>
              <a:rPr sz="2200" b="1" spc="-15" dirty="0">
                <a:latin typeface="Arial"/>
                <a:cs typeface="Arial"/>
              </a:rPr>
              <a:t>Log</a:t>
            </a:r>
            <a:endParaRPr sz="2200">
              <a:latin typeface="Arial"/>
              <a:cs typeface="Arial"/>
            </a:endParaRPr>
          </a:p>
        </p:txBody>
      </p:sp>
      <p:sp>
        <p:nvSpPr>
          <p:cNvPr id="18" name="object 18"/>
          <p:cNvSpPr/>
          <p:nvPr/>
        </p:nvSpPr>
        <p:spPr>
          <a:xfrm>
            <a:off x="3093851" y="1989827"/>
            <a:ext cx="1606550" cy="890269"/>
          </a:xfrm>
          <a:custGeom>
            <a:avLst/>
            <a:gdLst/>
            <a:ahLst/>
            <a:cxnLst/>
            <a:rect l="l" t="t" r="r" b="b"/>
            <a:pathLst>
              <a:path w="1606550" h="890269">
                <a:moveTo>
                  <a:pt x="1430093" y="815243"/>
                </a:moveTo>
                <a:lnTo>
                  <a:pt x="1393566" y="882152"/>
                </a:lnTo>
                <a:lnTo>
                  <a:pt x="1606408" y="889894"/>
                </a:lnTo>
                <a:lnTo>
                  <a:pt x="1560906" y="824362"/>
                </a:lnTo>
                <a:lnTo>
                  <a:pt x="1446775" y="824362"/>
                </a:lnTo>
                <a:lnTo>
                  <a:pt x="1430093" y="815243"/>
                </a:lnTo>
                <a:close/>
              </a:path>
              <a:path w="1606550" h="890269">
                <a:moveTo>
                  <a:pt x="1448342" y="781814"/>
                </a:moveTo>
                <a:lnTo>
                  <a:pt x="1430093" y="815243"/>
                </a:lnTo>
                <a:lnTo>
                  <a:pt x="1446775" y="824362"/>
                </a:lnTo>
                <a:lnTo>
                  <a:pt x="1465063" y="790955"/>
                </a:lnTo>
                <a:lnTo>
                  <a:pt x="1448342" y="781814"/>
                </a:lnTo>
                <a:close/>
              </a:path>
              <a:path w="1606550" h="890269">
                <a:moveTo>
                  <a:pt x="1484884" y="714877"/>
                </a:moveTo>
                <a:lnTo>
                  <a:pt x="1448342" y="781814"/>
                </a:lnTo>
                <a:lnTo>
                  <a:pt x="1465063" y="790955"/>
                </a:lnTo>
                <a:lnTo>
                  <a:pt x="1446775" y="824362"/>
                </a:lnTo>
                <a:lnTo>
                  <a:pt x="1560906" y="824362"/>
                </a:lnTo>
                <a:lnTo>
                  <a:pt x="1484884" y="714877"/>
                </a:lnTo>
                <a:close/>
              </a:path>
              <a:path w="1606550" h="890269">
                <a:moveTo>
                  <a:pt x="18287" y="0"/>
                </a:moveTo>
                <a:lnTo>
                  <a:pt x="0" y="33527"/>
                </a:lnTo>
                <a:lnTo>
                  <a:pt x="1430093" y="815243"/>
                </a:lnTo>
                <a:lnTo>
                  <a:pt x="1448342" y="781814"/>
                </a:lnTo>
                <a:lnTo>
                  <a:pt x="18287" y="0"/>
                </a:lnTo>
                <a:close/>
              </a:path>
            </a:pathLst>
          </a:custGeom>
          <a:solidFill>
            <a:srgbClr val="000000"/>
          </a:solidFill>
        </p:spPr>
        <p:txBody>
          <a:bodyPr wrap="square" lIns="0" tIns="0" rIns="0" bIns="0" rtlCol="0"/>
          <a:lstStyle/>
          <a:p>
            <a:endParaRPr/>
          </a:p>
        </p:txBody>
      </p:sp>
      <p:sp>
        <p:nvSpPr>
          <p:cNvPr id="19" name="object 19"/>
          <p:cNvSpPr/>
          <p:nvPr/>
        </p:nvSpPr>
        <p:spPr>
          <a:xfrm>
            <a:off x="3370839" y="1740926"/>
            <a:ext cx="1068705" cy="797560"/>
          </a:xfrm>
          <a:custGeom>
            <a:avLst/>
            <a:gdLst/>
            <a:ahLst/>
            <a:cxnLst/>
            <a:rect l="l" t="t" r="r" b="b"/>
            <a:pathLst>
              <a:path w="1068705" h="797560">
                <a:moveTo>
                  <a:pt x="459866" y="252069"/>
                </a:moveTo>
                <a:lnTo>
                  <a:pt x="357877" y="423793"/>
                </a:lnTo>
                <a:lnTo>
                  <a:pt x="378963" y="436229"/>
                </a:lnTo>
                <a:lnTo>
                  <a:pt x="480940" y="264657"/>
                </a:lnTo>
                <a:lnTo>
                  <a:pt x="459866" y="252069"/>
                </a:lnTo>
                <a:close/>
              </a:path>
              <a:path w="1068705" h="797560">
                <a:moveTo>
                  <a:pt x="341973" y="377433"/>
                </a:moveTo>
                <a:lnTo>
                  <a:pt x="314955" y="377433"/>
                </a:lnTo>
                <a:lnTo>
                  <a:pt x="312157" y="383773"/>
                </a:lnTo>
                <a:lnTo>
                  <a:pt x="310514" y="389625"/>
                </a:lnTo>
                <a:lnTo>
                  <a:pt x="310133" y="395325"/>
                </a:lnTo>
                <a:lnTo>
                  <a:pt x="332100" y="408431"/>
                </a:lnTo>
                <a:lnTo>
                  <a:pt x="332231" y="402061"/>
                </a:lnTo>
                <a:lnTo>
                  <a:pt x="333493" y="396087"/>
                </a:lnTo>
                <a:lnTo>
                  <a:pt x="336630" y="387928"/>
                </a:lnTo>
                <a:lnTo>
                  <a:pt x="340740" y="379660"/>
                </a:lnTo>
                <a:lnTo>
                  <a:pt x="341973" y="377433"/>
                </a:lnTo>
                <a:close/>
              </a:path>
              <a:path w="1068705" h="797560">
                <a:moveTo>
                  <a:pt x="275462" y="287395"/>
                </a:moveTo>
                <a:lnTo>
                  <a:pt x="236648" y="308151"/>
                </a:lnTo>
                <a:lnTo>
                  <a:pt x="231613" y="330376"/>
                </a:lnTo>
                <a:lnTo>
                  <a:pt x="234624" y="344273"/>
                </a:lnTo>
                <a:lnTo>
                  <a:pt x="263886" y="371393"/>
                </a:lnTo>
                <a:lnTo>
                  <a:pt x="301341" y="379038"/>
                </a:lnTo>
                <a:lnTo>
                  <a:pt x="314955" y="377433"/>
                </a:lnTo>
                <a:lnTo>
                  <a:pt x="341973" y="377433"/>
                </a:lnTo>
                <a:lnTo>
                  <a:pt x="347308" y="367796"/>
                </a:lnTo>
                <a:lnTo>
                  <a:pt x="350274" y="362711"/>
                </a:lnTo>
                <a:lnTo>
                  <a:pt x="306442" y="362711"/>
                </a:lnTo>
                <a:lnTo>
                  <a:pt x="265044" y="350123"/>
                </a:lnTo>
                <a:lnTo>
                  <a:pt x="257936" y="338175"/>
                </a:lnTo>
                <a:lnTo>
                  <a:pt x="255900" y="331957"/>
                </a:lnTo>
                <a:lnTo>
                  <a:pt x="256531" y="325983"/>
                </a:lnTo>
                <a:lnTo>
                  <a:pt x="259841" y="320405"/>
                </a:lnTo>
                <a:lnTo>
                  <a:pt x="261996" y="316717"/>
                </a:lnTo>
                <a:lnTo>
                  <a:pt x="265044" y="313943"/>
                </a:lnTo>
                <a:lnTo>
                  <a:pt x="272533" y="310255"/>
                </a:lnTo>
                <a:lnTo>
                  <a:pt x="276605" y="309615"/>
                </a:lnTo>
                <a:lnTo>
                  <a:pt x="339220" y="309615"/>
                </a:lnTo>
                <a:lnTo>
                  <a:pt x="336088" y="308657"/>
                </a:lnTo>
                <a:lnTo>
                  <a:pt x="323622" y="303981"/>
                </a:lnTo>
                <a:lnTo>
                  <a:pt x="300096" y="293857"/>
                </a:lnTo>
                <a:lnTo>
                  <a:pt x="293238" y="291205"/>
                </a:lnTo>
                <a:lnTo>
                  <a:pt x="288416" y="289803"/>
                </a:lnTo>
                <a:lnTo>
                  <a:pt x="281939" y="288035"/>
                </a:lnTo>
                <a:lnTo>
                  <a:pt x="275462" y="287395"/>
                </a:lnTo>
                <a:close/>
              </a:path>
              <a:path w="1068705" h="797560">
                <a:moveTo>
                  <a:pt x="339220" y="309615"/>
                </a:moveTo>
                <a:lnTo>
                  <a:pt x="276605" y="309615"/>
                </a:lnTo>
                <a:lnTo>
                  <a:pt x="281331" y="310273"/>
                </a:lnTo>
                <a:lnTo>
                  <a:pt x="290314" y="312532"/>
                </a:lnTo>
                <a:lnTo>
                  <a:pt x="319494" y="323600"/>
                </a:lnTo>
                <a:lnTo>
                  <a:pt x="331349" y="327276"/>
                </a:lnTo>
                <a:lnTo>
                  <a:pt x="341113" y="329427"/>
                </a:lnTo>
                <a:lnTo>
                  <a:pt x="331088" y="346435"/>
                </a:lnTo>
                <a:lnTo>
                  <a:pt x="325754" y="352805"/>
                </a:lnTo>
                <a:lnTo>
                  <a:pt x="320670" y="356219"/>
                </a:lnTo>
                <a:lnTo>
                  <a:pt x="314062" y="360547"/>
                </a:lnTo>
                <a:lnTo>
                  <a:pt x="306442" y="362711"/>
                </a:lnTo>
                <a:lnTo>
                  <a:pt x="350274" y="362711"/>
                </a:lnTo>
                <a:lnTo>
                  <a:pt x="356353" y="352287"/>
                </a:lnTo>
                <a:lnTo>
                  <a:pt x="378582" y="314827"/>
                </a:lnTo>
                <a:lnTo>
                  <a:pt x="380187" y="311846"/>
                </a:lnTo>
                <a:lnTo>
                  <a:pt x="346508" y="311846"/>
                </a:lnTo>
                <a:lnTo>
                  <a:pt x="339220" y="309615"/>
                </a:lnTo>
                <a:close/>
              </a:path>
              <a:path w="1068705" h="797560">
                <a:moveTo>
                  <a:pt x="220086" y="173735"/>
                </a:moveTo>
                <a:lnTo>
                  <a:pt x="210430" y="190103"/>
                </a:lnTo>
                <a:lnTo>
                  <a:pt x="225801" y="199247"/>
                </a:lnTo>
                <a:lnTo>
                  <a:pt x="180687" y="275499"/>
                </a:lnTo>
                <a:lnTo>
                  <a:pt x="173982" y="288584"/>
                </a:lnTo>
                <a:lnTo>
                  <a:pt x="171187" y="297301"/>
                </a:lnTo>
                <a:lnTo>
                  <a:pt x="170556" y="302239"/>
                </a:lnTo>
                <a:lnTo>
                  <a:pt x="171568" y="307207"/>
                </a:lnTo>
                <a:lnTo>
                  <a:pt x="174366" y="312023"/>
                </a:lnTo>
                <a:lnTo>
                  <a:pt x="177164" y="316991"/>
                </a:lnTo>
                <a:lnTo>
                  <a:pt x="207132" y="333877"/>
                </a:lnTo>
                <a:lnTo>
                  <a:pt x="215133" y="313425"/>
                </a:lnTo>
                <a:lnTo>
                  <a:pt x="210942" y="311779"/>
                </a:lnTo>
                <a:lnTo>
                  <a:pt x="207644" y="310133"/>
                </a:lnTo>
                <a:lnTo>
                  <a:pt x="205358" y="308731"/>
                </a:lnTo>
                <a:lnTo>
                  <a:pt x="202179" y="306933"/>
                </a:lnTo>
                <a:lnTo>
                  <a:pt x="200143" y="304921"/>
                </a:lnTo>
                <a:lnTo>
                  <a:pt x="199000" y="303001"/>
                </a:lnTo>
                <a:lnTo>
                  <a:pt x="197988" y="300989"/>
                </a:lnTo>
                <a:lnTo>
                  <a:pt x="197607" y="298825"/>
                </a:lnTo>
                <a:lnTo>
                  <a:pt x="197857" y="296661"/>
                </a:lnTo>
                <a:lnTo>
                  <a:pt x="198119" y="294497"/>
                </a:lnTo>
                <a:lnTo>
                  <a:pt x="200024" y="290443"/>
                </a:lnTo>
                <a:lnTo>
                  <a:pt x="246756" y="211683"/>
                </a:lnTo>
                <a:lnTo>
                  <a:pt x="275475" y="211683"/>
                </a:lnTo>
                <a:lnTo>
                  <a:pt x="277748" y="207873"/>
                </a:lnTo>
                <a:lnTo>
                  <a:pt x="256531" y="195315"/>
                </a:lnTo>
                <a:lnTo>
                  <a:pt x="263915" y="182879"/>
                </a:lnTo>
                <a:lnTo>
                  <a:pt x="235576" y="182879"/>
                </a:lnTo>
                <a:lnTo>
                  <a:pt x="220086" y="173735"/>
                </a:lnTo>
                <a:close/>
              </a:path>
              <a:path w="1068705" h="797560">
                <a:moveTo>
                  <a:pt x="363792" y="256508"/>
                </a:moveTo>
                <a:lnTo>
                  <a:pt x="318286" y="256508"/>
                </a:lnTo>
                <a:lnTo>
                  <a:pt x="328835" y="259297"/>
                </a:lnTo>
                <a:lnTo>
                  <a:pt x="343226" y="266837"/>
                </a:lnTo>
                <a:lnTo>
                  <a:pt x="353510" y="275779"/>
                </a:lnTo>
                <a:lnTo>
                  <a:pt x="359151" y="285749"/>
                </a:lnTo>
                <a:lnTo>
                  <a:pt x="361056" y="291571"/>
                </a:lnTo>
                <a:lnTo>
                  <a:pt x="359401" y="298825"/>
                </a:lnTo>
                <a:lnTo>
                  <a:pt x="354329" y="307451"/>
                </a:lnTo>
                <a:lnTo>
                  <a:pt x="353948" y="308213"/>
                </a:lnTo>
                <a:lnTo>
                  <a:pt x="352805" y="309981"/>
                </a:lnTo>
                <a:lnTo>
                  <a:pt x="346508" y="311846"/>
                </a:lnTo>
                <a:lnTo>
                  <a:pt x="380187" y="311846"/>
                </a:lnTo>
                <a:lnTo>
                  <a:pt x="382142" y="308213"/>
                </a:lnTo>
                <a:lnTo>
                  <a:pt x="383535" y="304159"/>
                </a:lnTo>
                <a:lnTo>
                  <a:pt x="385690" y="297667"/>
                </a:lnTo>
                <a:lnTo>
                  <a:pt x="386333" y="291571"/>
                </a:lnTo>
                <a:lnTo>
                  <a:pt x="385379" y="285597"/>
                </a:lnTo>
                <a:lnTo>
                  <a:pt x="384547" y="280263"/>
                </a:lnTo>
                <a:lnTo>
                  <a:pt x="381630" y="274319"/>
                </a:lnTo>
                <a:lnTo>
                  <a:pt x="375330" y="266487"/>
                </a:lnTo>
                <a:lnTo>
                  <a:pt x="368924" y="260234"/>
                </a:lnTo>
                <a:lnTo>
                  <a:pt x="363792" y="256508"/>
                </a:lnTo>
                <a:close/>
              </a:path>
              <a:path w="1068705" h="797560">
                <a:moveTo>
                  <a:pt x="178176" y="148833"/>
                </a:moveTo>
                <a:lnTo>
                  <a:pt x="104262" y="273161"/>
                </a:lnTo>
                <a:lnTo>
                  <a:pt x="125348" y="285597"/>
                </a:lnTo>
                <a:lnTo>
                  <a:pt x="199262" y="161269"/>
                </a:lnTo>
                <a:lnTo>
                  <a:pt x="178176" y="148833"/>
                </a:lnTo>
                <a:close/>
              </a:path>
              <a:path w="1068705" h="797560">
                <a:moveTo>
                  <a:pt x="306592" y="235467"/>
                </a:moveTo>
                <a:lnTo>
                  <a:pt x="294493" y="238419"/>
                </a:lnTo>
                <a:lnTo>
                  <a:pt x="284087" y="244439"/>
                </a:lnTo>
                <a:lnTo>
                  <a:pt x="273938" y="253745"/>
                </a:lnTo>
                <a:lnTo>
                  <a:pt x="295120" y="266576"/>
                </a:lnTo>
                <a:lnTo>
                  <a:pt x="305642" y="259461"/>
                </a:lnTo>
                <a:lnTo>
                  <a:pt x="318286" y="256508"/>
                </a:lnTo>
                <a:lnTo>
                  <a:pt x="363792" y="256508"/>
                </a:lnTo>
                <a:lnTo>
                  <a:pt x="358848" y="252919"/>
                </a:lnTo>
                <a:lnTo>
                  <a:pt x="343416" y="243631"/>
                </a:lnTo>
                <a:lnTo>
                  <a:pt x="331821" y="239034"/>
                </a:lnTo>
                <a:lnTo>
                  <a:pt x="319167" y="235858"/>
                </a:lnTo>
                <a:lnTo>
                  <a:pt x="306592" y="235467"/>
                </a:lnTo>
                <a:close/>
              </a:path>
              <a:path w="1068705" h="797560">
                <a:moveTo>
                  <a:pt x="35432" y="0"/>
                </a:moveTo>
                <a:lnTo>
                  <a:pt x="0" y="211195"/>
                </a:lnTo>
                <a:lnTo>
                  <a:pt x="23240" y="225033"/>
                </a:lnTo>
                <a:lnTo>
                  <a:pt x="66766" y="191146"/>
                </a:lnTo>
                <a:lnTo>
                  <a:pt x="24980" y="191146"/>
                </a:lnTo>
                <a:lnTo>
                  <a:pt x="27868" y="178857"/>
                </a:lnTo>
                <a:lnTo>
                  <a:pt x="30598" y="165841"/>
                </a:lnTo>
                <a:lnTo>
                  <a:pt x="59935" y="14599"/>
                </a:lnTo>
                <a:lnTo>
                  <a:pt x="35432" y="0"/>
                </a:lnTo>
                <a:close/>
              </a:path>
              <a:path w="1068705" h="797560">
                <a:moveTo>
                  <a:pt x="275475" y="211683"/>
                </a:moveTo>
                <a:lnTo>
                  <a:pt x="246756" y="211683"/>
                </a:lnTo>
                <a:lnTo>
                  <a:pt x="267961" y="224271"/>
                </a:lnTo>
                <a:lnTo>
                  <a:pt x="275475" y="211683"/>
                </a:lnTo>
                <a:close/>
              </a:path>
              <a:path w="1068705" h="797560">
                <a:moveTo>
                  <a:pt x="169282" y="79491"/>
                </a:moveTo>
                <a:lnTo>
                  <a:pt x="46053" y="178857"/>
                </a:lnTo>
                <a:lnTo>
                  <a:pt x="34574" y="187591"/>
                </a:lnTo>
                <a:lnTo>
                  <a:pt x="24980" y="191146"/>
                </a:lnTo>
                <a:lnTo>
                  <a:pt x="66766" y="191146"/>
                </a:lnTo>
                <a:lnTo>
                  <a:pt x="192404" y="93329"/>
                </a:lnTo>
                <a:lnTo>
                  <a:pt x="169282" y="79491"/>
                </a:lnTo>
                <a:close/>
              </a:path>
              <a:path w="1068705" h="797560">
                <a:moveTo>
                  <a:pt x="282320" y="151881"/>
                </a:moveTo>
                <a:lnTo>
                  <a:pt x="253864" y="152125"/>
                </a:lnTo>
                <a:lnTo>
                  <a:pt x="235576" y="182879"/>
                </a:lnTo>
                <a:lnTo>
                  <a:pt x="263915" y="182879"/>
                </a:lnTo>
                <a:lnTo>
                  <a:pt x="282320" y="151881"/>
                </a:lnTo>
                <a:close/>
              </a:path>
              <a:path w="1068705" h="797560">
                <a:moveTo>
                  <a:pt x="206239" y="101467"/>
                </a:moveTo>
                <a:lnTo>
                  <a:pt x="191761" y="125729"/>
                </a:lnTo>
                <a:lnTo>
                  <a:pt x="212847" y="138287"/>
                </a:lnTo>
                <a:lnTo>
                  <a:pt x="227325" y="114025"/>
                </a:lnTo>
                <a:lnTo>
                  <a:pt x="206239" y="101467"/>
                </a:lnTo>
                <a:close/>
              </a:path>
              <a:path w="1068705" h="797560">
                <a:moveTo>
                  <a:pt x="932806" y="717831"/>
                </a:moveTo>
                <a:lnTo>
                  <a:pt x="931589" y="720879"/>
                </a:lnTo>
                <a:lnTo>
                  <a:pt x="928712" y="733071"/>
                </a:lnTo>
                <a:lnTo>
                  <a:pt x="928678" y="745263"/>
                </a:lnTo>
                <a:lnTo>
                  <a:pt x="931535" y="757455"/>
                </a:lnTo>
                <a:lnTo>
                  <a:pt x="968830" y="790983"/>
                </a:lnTo>
                <a:lnTo>
                  <a:pt x="980577" y="797079"/>
                </a:lnTo>
                <a:lnTo>
                  <a:pt x="1006166" y="797079"/>
                </a:lnTo>
                <a:lnTo>
                  <a:pt x="1017769" y="794031"/>
                </a:lnTo>
                <a:lnTo>
                  <a:pt x="1025651" y="790983"/>
                </a:lnTo>
                <a:lnTo>
                  <a:pt x="1031616" y="784887"/>
                </a:lnTo>
                <a:lnTo>
                  <a:pt x="1035807" y="778791"/>
                </a:lnTo>
                <a:lnTo>
                  <a:pt x="994515" y="778791"/>
                </a:lnTo>
                <a:lnTo>
                  <a:pt x="983777" y="775743"/>
                </a:lnTo>
                <a:lnTo>
                  <a:pt x="970028" y="769647"/>
                </a:lnTo>
                <a:lnTo>
                  <a:pt x="959810" y="760503"/>
                </a:lnTo>
                <a:lnTo>
                  <a:pt x="953820" y="751359"/>
                </a:lnTo>
                <a:lnTo>
                  <a:pt x="952390" y="739167"/>
                </a:lnTo>
                <a:lnTo>
                  <a:pt x="955666" y="726975"/>
                </a:lnTo>
                <a:lnTo>
                  <a:pt x="932806" y="717831"/>
                </a:lnTo>
                <a:close/>
              </a:path>
              <a:path w="1068705" h="797560">
                <a:moveTo>
                  <a:pt x="1009268" y="644679"/>
                </a:moveTo>
                <a:lnTo>
                  <a:pt x="992623" y="644679"/>
                </a:lnTo>
                <a:lnTo>
                  <a:pt x="986789" y="647727"/>
                </a:lnTo>
                <a:lnTo>
                  <a:pt x="976121" y="653823"/>
                </a:lnTo>
                <a:lnTo>
                  <a:pt x="971799" y="659919"/>
                </a:lnTo>
                <a:lnTo>
                  <a:pt x="968501" y="662967"/>
                </a:lnTo>
                <a:lnTo>
                  <a:pt x="964941" y="669063"/>
                </a:lnTo>
                <a:lnTo>
                  <a:pt x="963167" y="678207"/>
                </a:lnTo>
                <a:lnTo>
                  <a:pt x="963286" y="684303"/>
                </a:lnTo>
                <a:lnTo>
                  <a:pt x="963286" y="690399"/>
                </a:lnTo>
                <a:lnTo>
                  <a:pt x="965572" y="696495"/>
                </a:lnTo>
                <a:lnTo>
                  <a:pt x="970660" y="705639"/>
                </a:lnTo>
                <a:lnTo>
                  <a:pt x="976586" y="711735"/>
                </a:lnTo>
                <a:lnTo>
                  <a:pt x="997020" y="733071"/>
                </a:lnTo>
                <a:lnTo>
                  <a:pt x="1007886" y="745263"/>
                </a:lnTo>
                <a:lnTo>
                  <a:pt x="1013197" y="751359"/>
                </a:lnTo>
                <a:lnTo>
                  <a:pt x="1015745" y="757455"/>
                </a:lnTo>
                <a:lnTo>
                  <a:pt x="1015614" y="763551"/>
                </a:lnTo>
                <a:lnTo>
                  <a:pt x="1012816" y="766599"/>
                </a:lnTo>
                <a:lnTo>
                  <a:pt x="1009649" y="772695"/>
                </a:lnTo>
                <a:lnTo>
                  <a:pt x="1004565" y="775743"/>
                </a:lnTo>
                <a:lnTo>
                  <a:pt x="994515" y="778791"/>
                </a:lnTo>
                <a:lnTo>
                  <a:pt x="1035807" y="778791"/>
                </a:lnTo>
                <a:lnTo>
                  <a:pt x="1039998" y="772695"/>
                </a:lnTo>
                <a:lnTo>
                  <a:pt x="1041903" y="763551"/>
                </a:lnTo>
                <a:lnTo>
                  <a:pt x="1041055" y="754407"/>
                </a:lnTo>
                <a:lnTo>
                  <a:pt x="1037605" y="745263"/>
                </a:lnTo>
                <a:lnTo>
                  <a:pt x="1028383" y="730023"/>
                </a:lnTo>
                <a:lnTo>
                  <a:pt x="1019900" y="720879"/>
                </a:lnTo>
                <a:lnTo>
                  <a:pt x="1008756" y="708687"/>
                </a:lnTo>
                <a:lnTo>
                  <a:pt x="994909" y="696495"/>
                </a:lnTo>
                <a:lnTo>
                  <a:pt x="993266" y="693447"/>
                </a:lnTo>
                <a:lnTo>
                  <a:pt x="990468" y="690399"/>
                </a:lnTo>
                <a:lnTo>
                  <a:pt x="988944" y="687351"/>
                </a:lnTo>
                <a:lnTo>
                  <a:pt x="988563" y="684303"/>
                </a:lnTo>
                <a:lnTo>
                  <a:pt x="988182" y="678207"/>
                </a:lnTo>
                <a:lnTo>
                  <a:pt x="988694" y="678207"/>
                </a:lnTo>
                <a:lnTo>
                  <a:pt x="990337" y="675159"/>
                </a:lnTo>
                <a:lnTo>
                  <a:pt x="992885" y="669063"/>
                </a:lnTo>
                <a:lnTo>
                  <a:pt x="997195" y="666015"/>
                </a:lnTo>
                <a:lnTo>
                  <a:pt x="1049808" y="666015"/>
                </a:lnTo>
                <a:lnTo>
                  <a:pt x="1046780" y="662967"/>
                </a:lnTo>
                <a:lnTo>
                  <a:pt x="1035557" y="656871"/>
                </a:lnTo>
                <a:lnTo>
                  <a:pt x="1029080" y="650775"/>
                </a:lnTo>
                <a:lnTo>
                  <a:pt x="1022603" y="647727"/>
                </a:lnTo>
                <a:lnTo>
                  <a:pt x="1015864" y="647727"/>
                </a:lnTo>
                <a:lnTo>
                  <a:pt x="1009268" y="644679"/>
                </a:lnTo>
                <a:close/>
              </a:path>
              <a:path w="1068705" h="797560">
                <a:moveTo>
                  <a:pt x="930563" y="595911"/>
                </a:moveTo>
                <a:lnTo>
                  <a:pt x="880293" y="595911"/>
                </a:lnTo>
                <a:lnTo>
                  <a:pt x="892569" y="598959"/>
                </a:lnTo>
                <a:lnTo>
                  <a:pt x="904362" y="602007"/>
                </a:lnTo>
                <a:lnTo>
                  <a:pt x="909946" y="605055"/>
                </a:lnTo>
                <a:lnTo>
                  <a:pt x="914018" y="611151"/>
                </a:lnTo>
                <a:lnTo>
                  <a:pt x="916804" y="614199"/>
                </a:lnTo>
                <a:lnTo>
                  <a:pt x="919471" y="620295"/>
                </a:lnTo>
                <a:lnTo>
                  <a:pt x="920364" y="626391"/>
                </a:lnTo>
                <a:lnTo>
                  <a:pt x="919471" y="629439"/>
                </a:lnTo>
                <a:lnTo>
                  <a:pt x="918590" y="635535"/>
                </a:lnTo>
                <a:lnTo>
                  <a:pt x="915542" y="641631"/>
                </a:lnTo>
                <a:lnTo>
                  <a:pt x="910458" y="650775"/>
                </a:lnTo>
                <a:lnTo>
                  <a:pt x="865500" y="726975"/>
                </a:lnTo>
                <a:lnTo>
                  <a:pt x="886586" y="739167"/>
                </a:lnTo>
                <a:lnTo>
                  <a:pt x="932044" y="662967"/>
                </a:lnTo>
                <a:lnTo>
                  <a:pt x="937759" y="653823"/>
                </a:lnTo>
                <a:lnTo>
                  <a:pt x="941450" y="644679"/>
                </a:lnTo>
                <a:lnTo>
                  <a:pt x="942974" y="641631"/>
                </a:lnTo>
                <a:lnTo>
                  <a:pt x="945379" y="635535"/>
                </a:lnTo>
                <a:lnTo>
                  <a:pt x="946272" y="629439"/>
                </a:lnTo>
                <a:lnTo>
                  <a:pt x="945641" y="623343"/>
                </a:lnTo>
                <a:lnTo>
                  <a:pt x="945129" y="617247"/>
                </a:lnTo>
                <a:lnTo>
                  <a:pt x="942593" y="608103"/>
                </a:lnTo>
                <a:lnTo>
                  <a:pt x="935998" y="602007"/>
                </a:lnTo>
                <a:lnTo>
                  <a:pt x="930563" y="595911"/>
                </a:lnTo>
                <a:close/>
              </a:path>
              <a:path w="1068705" h="797560">
                <a:moveTo>
                  <a:pt x="1049808" y="666015"/>
                </a:moveTo>
                <a:lnTo>
                  <a:pt x="1009268" y="666015"/>
                </a:lnTo>
                <a:lnTo>
                  <a:pt x="1017138" y="669063"/>
                </a:lnTo>
                <a:lnTo>
                  <a:pt x="1026794" y="675159"/>
                </a:lnTo>
                <a:lnTo>
                  <a:pt x="1035045" y="678207"/>
                </a:lnTo>
                <a:lnTo>
                  <a:pt x="1040248" y="684303"/>
                </a:lnTo>
                <a:lnTo>
                  <a:pt x="1042665" y="690399"/>
                </a:lnTo>
                <a:lnTo>
                  <a:pt x="1044951" y="696495"/>
                </a:lnTo>
                <a:lnTo>
                  <a:pt x="1044701" y="702591"/>
                </a:lnTo>
                <a:lnTo>
                  <a:pt x="1041903" y="711735"/>
                </a:lnTo>
                <a:lnTo>
                  <a:pt x="1064282" y="720879"/>
                </a:lnTo>
                <a:lnTo>
                  <a:pt x="1067755" y="705639"/>
                </a:lnTo>
                <a:lnTo>
                  <a:pt x="1068123" y="693447"/>
                </a:lnTo>
                <a:lnTo>
                  <a:pt x="1064616" y="684303"/>
                </a:lnTo>
                <a:lnTo>
                  <a:pt x="1055864" y="672111"/>
                </a:lnTo>
                <a:lnTo>
                  <a:pt x="1049808" y="666015"/>
                </a:lnTo>
                <a:close/>
              </a:path>
              <a:path w="1068705" h="797560">
                <a:moveTo>
                  <a:pt x="641853" y="608103"/>
                </a:moveTo>
                <a:lnTo>
                  <a:pt x="638609" y="614199"/>
                </a:lnTo>
                <a:lnTo>
                  <a:pt x="635053" y="626391"/>
                </a:lnTo>
                <a:lnTo>
                  <a:pt x="635083" y="635535"/>
                </a:lnTo>
                <a:lnTo>
                  <a:pt x="663528" y="675159"/>
                </a:lnTo>
                <a:lnTo>
                  <a:pt x="703114" y="690399"/>
                </a:lnTo>
                <a:lnTo>
                  <a:pt x="714148" y="687351"/>
                </a:lnTo>
                <a:lnTo>
                  <a:pt x="725631" y="684303"/>
                </a:lnTo>
                <a:lnTo>
                  <a:pt x="738826" y="675159"/>
                </a:lnTo>
                <a:lnTo>
                  <a:pt x="746467" y="669063"/>
                </a:lnTo>
                <a:lnTo>
                  <a:pt x="748516" y="666015"/>
                </a:lnTo>
                <a:lnTo>
                  <a:pt x="689919" y="666015"/>
                </a:lnTo>
                <a:lnTo>
                  <a:pt x="676969" y="659919"/>
                </a:lnTo>
                <a:lnTo>
                  <a:pt x="666002" y="650775"/>
                </a:lnTo>
                <a:lnTo>
                  <a:pt x="659510" y="641631"/>
                </a:lnTo>
                <a:lnTo>
                  <a:pt x="657343" y="635535"/>
                </a:lnTo>
                <a:lnTo>
                  <a:pt x="657724" y="629439"/>
                </a:lnTo>
                <a:lnTo>
                  <a:pt x="660653" y="623343"/>
                </a:lnTo>
                <a:lnTo>
                  <a:pt x="641853" y="608103"/>
                </a:lnTo>
                <a:close/>
              </a:path>
              <a:path w="1068705" h="797560">
                <a:moveTo>
                  <a:pt x="859404" y="556287"/>
                </a:moveTo>
                <a:lnTo>
                  <a:pt x="785490" y="678207"/>
                </a:lnTo>
                <a:lnTo>
                  <a:pt x="806576" y="690399"/>
                </a:lnTo>
                <a:lnTo>
                  <a:pt x="850212" y="617247"/>
                </a:lnTo>
                <a:lnTo>
                  <a:pt x="858976" y="608103"/>
                </a:lnTo>
                <a:lnTo>
                  <a:pt x="868797" y="598959"/>
                </a:lnTo>
                <a:lnTo>
                  <a:pt x="880293" y="595911"/>
                </a:lnTo>
                <a:lnTo>
                  <a:pt x="930563" y="595911"/>
                </a:lnTo>
                <a:lnTo>
                  <a:pt x="927845" y="592863"/>
                </a:lnTo>
                <a:lnTo>
                  <a:pt x="915415" y="583719"/>
                </a:lnTo>
                <a:lnTo>
                  <a:pt x="867917" y="583719"/>
                </a:lnTo>
                <a:lnTo>
                  <a:pt x="878323" y="565431"/>
                </a:lnTo>
                <a:lnTo>
                  <a:pt x="859404" y="556287"/>
                </a:lnTo>
                <a:close/>
              </a:path>
              <a:path w="1068705" h="797560">
                <a:moveTo>
                  <a:pt x="750184" y="492279"/>
                </a:moveTo>
                <a:lnTo>
                  <a:pt x="726306" y="492279"/>
                </a:lnTo>
                <a:lnTo>
                  <a:pt x="714862" y="498375"/>
                </a:lnTo>
                <a:lnTo>
                  <a:pt x="685804" y="525807"/>
                </a:lnTo>
                <a:lnTo>
                  <a:pt x="669732" y="562383"/>
                </a:lnTo>
                <a:lnTo>
                  <a:pt x="668619" y="574575"/>
                </a:lnTo>
                <a:lnTo>
                  <a:pt x="669373" y="586767"/>
                </a:lnTo>
                <a:lnTo>
                  <a:pt x="688237" y="620295"/>
                </a:lnTo>
                <a:lnTo>
                  <a:pt x="726041" y="635535"/>
                </a:lnTo>
                <a:lnTo>
                  <a:pt x="737234" y="638583"/>
                </a:lnTo>
                <a:lnTo>
                  <a:pt x="729548" y="650775"/>
                </a:lnTo>
                <a:lnTo>
                  <a:pt x="724018" y="656871"/>
                </a:lnTo>
                <a:lnTo>
                  <a:pt x="718053" y="662967"/>
                </a:lnTo>
                <a:lnTo>
                  <a:pt x="711195" y="666015"/>
                </a:lnTo>
                <a:lnTo>
                  <a:pt x="748516" y="666015"/>
                </a:lnTo>
                <a:lnTo>
                  <a:pt x="754660" y="656871"/>
                </a:lnTo>
                <a:lnTo>
                  <a:pt x="763392" y="644679"/>
                </a:lnTo>
                <a:lnTo>
                  <a:pt x="781136" y="614199"/>
                </a:lnTo>
                <a:lnTo>
                  <a:pt x="716413" y="614199"/>
                </a:lnTo>
                <a:lnTo>
                  <a:pt x="702477" y="605055"/>
                </a:lnTo>
                <a:lnTo>
                  <a:pt x="695773" y="595911"/>
                </a:lnTo>
                <a:lnTo>
                  <a:pt x="691768" y="580671"/>
                </a:lnTo>
                <a:lnTo>
                  <a:pt x="692851" y="568479"/>
                </a:lnTo>
                <a:lnTo>
                  <a:pt x="714510" y="528855"/>
                </a:lnTo>
                <a:lnTo>
                  <a:pt x="744858" y="513615"/>
                </a:lnTo>
                <a:lnTo>
                  <a:pt x="787068" y="513615"/>
                </a:lnTo>
                <a:lnTo>
                  <a:pt x="776755" y="504471"/>
                </a:lnTo>
                <a:lnTo>
                  <a:pt x="762171" y="495327"/>
                </a:lnTo>
                <a:lnTo>
                  <a:pt x="750184" y="492279"/>
                </a:lnTo>
                <a:close/>
              </a:path>
              <a:path w="1068705" h="797560">
                <a:moveTo>
                  <a:pt x="787068" y="513615"/>
                </a:moveTo>
                <a:lnTo>
                  <a:pt x="744858" y="513615"/>
                </a:lnTo>
                <a:lnTo>
                  <a:pt x="756357" y="516663"/>
                </a:lnTo>
                <a:lnTo>
                  <a:pt x="769560" y="522759"/>
                </a:lnTo>
                <a:lnTo>
                  <a:pt x="777543" y="531903"/>
                </a:lnTo>
                <a:lnTo>
                  <a:pt x="781965" y="544095"/>
                </a:lnTo>
                <a:lnTo>
                  <a:pt x="782424" y="553239"/>
                </a:lnTo>
                <a:lnTo>
                  <a:pt x="780379" y="565431"/>
                </a:lnTo>
                <a:lnTo>
                  <a:pt x="758499" y="602007"/>
                </a:lnTo>
                <a:lnTo>
                  <a:pt x="738050" y="614199"/>
                </a:lnTo>
                <a:lnTo>
                  <a:pt x="781136" y="614199"/>
                </a:lnTo>
                <a:lnTo>
                  <a:pt x="827269" y="534951"/>
                </a:lnTo>
                <a:lnTo>
                  <a:pt x="822412" y="531903"/>
                </a:lnTo>
                <a:lnTo>
                  <a:pt x="797745" y="531903"/>
                </a:lnTo>
                <a:lnTo>
                  <a:pt x="793825" y="522759"/>
                </a:lnTo>
                <a:lnTo>
                  <a:pt x="787068" y="513615"/>
                </a:lnTo>
                <a:close/>
              </a:path>
              <a:path w="1068705" h="797560">
                <a:moveTo>
                  <a:pt x="891622" y="577623"/>
                </a:moveTo>
                <a:lnTo>
                  <a:pt x="867917" y="583719"/>
                </a:lnTo>
                <a:lnTo>
                  <a:pt x="915415" y="583719"/>
                </a:lnTo>
                <a:lnTo>
                  <a:pt x="891622" y="577623"/>
                </a:lnTo>
                <a:close/>
              </a:path>
              <a:path w="1068705" h="797560">
                <a:moveTo>
                  <a:pt x="672083" y="443511"/>
                </a:moveTo>
                <a:lnTo>
                  <a:pt x="598288" y="568479"/>
                </a:lnTo>
                <a:lnTo>
                  <a:pt x="619374" y="580671"/>
                </a:lnTo>
                <a:lnTo>
                  <a:pt x="693157" y="455703"/>
                </a:lnTo>
                <a:lnTo>
                  <a:pt x="672083" y="443511"/>
                </a:lnTo>
                <a:close/>
              </a:path>
              <a:path w="1068705" h="797560">
                <a:moveTo>
                  <a:pt x="491227" y="455703"/>
                </a:moveTo>
                <a:lnTo>
                  <a:pt x="489986" y="458751"/>
                </a:lnTo>
                <a:lnTo>
                  <a:pt x="487126" y="470943"/>
                </a:lnTo>
                <a:lnTo>
                  <a:pt x="487098" y="483135"/>
                </a:lnTo>
                <a:lnTo>
                  <a:pt x="489943" y="495327"/>
                </a:lnTo>
                <a:lnTo>
                  <a:pt x="527280" y="528855"/>
                </a:lnTo>
                <a:lnTo>
                  <a:pt x="538977" y="534951"/>
                </a:lnTo>
                <a:lnTo>
                  <a:pt x="564613" y="534951"/>
                </a:lnTo>
                <a:lnTo>
                  <a:pt x="576190" y="531903"/>
                </a:lnTo>
                <a:lnTo>
                  <a:pt x="583941" y="528855"/>
                </a:lnTo>
                <a:lnTo>
                  <a:pt x="590037" y="522759"/>
                </a:lnTo>
                <a:lnTo>
                  <a:pt x="594097" y="516663"/>
                </a:lnTo>
                <a:lnTo>
                  <a:pt x="552956" y="516663"/>
                </a:lnTo>
                <a:lnTo>
                  <a:pt x="542215" y="513615"/>
                </a:lnTo>
                <a:lnTo>
                  <a:pt x="528475" y="507519"/>
                </a:lnTo>
                <a:lnTo>
                  <a:pt x="518242" y="498375"/>
                </a:lnTo>
                <a:lnTo>
                  <a:pt x="512260" y="489231"/>
                </a:lnTo>
                <a:lnTo>
                  <a:pt x="510793" y="477039"/>
                </a:lnTo>
                <a:lnTo>
                  <a:pt x="513968" y="461799"/>
                </a:lnTo>
                <a:lnTo>
                  <a:pt x="491227" y="455703"/>
                </a:lnTo>
                <a:close/>
              </a:path>
              <a:path w="1068705" h="797560">
                <a:moveTo>
                  <a:pt x="807838" y="522759"/>
                </a:moveTo>
                <a:lnTo>
                  <a:pt x="797745" y="531903"/>
                </a:lnTo>
                <a:lnTo>
                  <a:pt x="822412" y="531903"/>
                </a:lnTo>
                <a:lnTo>
                  <a:pt x="807838" y="522759"/>
                </a:lnTo>
                <a:close/>
              </a:path>
              <a:path w="1068705" h="797560">
                <a:moveTo>
                  <a:pt x="567689" y="382551"/>
                </a:moveTo>
                <a:lnTo>
                  <a:pt x="551044" y="382551"/>
                </a:lnTo>
                <a:lnTo>
                  <a:pt x="545210" y="385599"/>
                </a:lnTo>
                <a:lnTo>
                  <a:pt x="534542" y="391695"/>
                </a:lnTo>
                <a:lnTo>
                  <a:pt x="530220" y="397791"/>
                </a:lnTo>
                <a:lnTo>
                  <a:pt x="526922" y="400839"/>
                </a:lnTo>
                <a:lnTo>
                  <a:pt x="523362" y="406935"/>
                </a:lnTo>
                <a:lnTo>
                  <a:pt x="521588" y="416079"/>
                </a:lnTo>
                <a:lnTo>
                  <a:pt x="521707" y="422175"/>
                </a:lnTo>
                <a:lnTo>
                  <a:pt x="521707" y="428271"/>
                </a:lnTo>
                <a:lnTo>
                  <a:pt x="523874" y="434367"/>
                </a:lnTo>
                <a:lnTo>
                  <a:pt x="529068" y="443511"/>
                </a:lnTo>
                <a:lnTo>
                  <a:pt x="534959" y="449607"/>
                </a:lnTo>
                <a:lnTo>
                  <a:pt x="543661" y="458751"/>
                </a:lnTo>
                <a:lnTo>
                  <a:pt x="555417" y="470943"/>
                </a:lnTo>
                <a:lnTo>
                  <a:pt x="566300" y="483135"/>
                </a:lnTo>
                <a:lnTo>
                  <a:pt x="571618" y="489231"/>
                </a:lnTo>
                <a:lnTo>
                  <a:pt x="574166" y="495327"/>
                </a:lnTo>
                <a:lnTo>
                  <a:pt x="574035" y="501423"/>
                </a:lnTo>
                <a:lnTo>
                  <a:pt x="571118" y="504471"/>
                </a:lnTo>
                <a:lnTo>
                  <a:pt x="568070" y="510567"/>
                </a:lnTo>
                <a:lnTo>
                  <a:pt x="562986" y="513615"/>
                </a:lnTo>
                <a:lnTo>
                  <a:pt x="552956" y="516663"/>
                </a:lnTo>
                <a:lnTo>
                  <a:pt x="594097" y="516663"/>
                </a:lnTo>
                <a:lnTo>
                  <a:pt x="598419" y="507519"/>
                </a:lnTo>
                <a:lnTo>
                  <a:pt x="600324" y="501423"/>
                </a:lnTo>
                <a:lnTo>
                  <a:pt x="599478" y="492279"/>
                </a:lnTo>
                <a:lnTo>
                  <a:pt x="596032" y="483135"/>
                </a:lnTo>
                <a:lnTo>
                  <a:pt x="586804" y="467895"/>
                </a:lnTo>
                <a:lnTo>
                  <a:pt x="578321" y="458751"/>
                </a:lnTo>
                <a:lnTo>
                  <a:pt x="567177" y="446559"/>
                </a:lnTo>
                <a:lnTo>
                  <a:pt x="553330" y="434367"/>
                </a:lnTo>
                <a:lnTo>
                  <a:pt x="551687" y="431319"/>
                </a:lnTo>
                <a:lnTo>
                  <a:pt x="548889" y="428271"/>
                </a:lnTo>
                <a:lnTo>
                  <a:pt x="547365" y="425223"/>
                </a:lnTo>
                <a:lnTo>
                  <a:pt x="546984" y="419127"/>
                </a:lnTo>
                <a:lnTo>
                  <a:pt x="546603" y="416079"/>
                </a:lnTo>
                <a:lnTo>
                  <a:pt x="547115" y="413031"/>
                </a:lnTo>
                <a:lnTo>
                  <a:pt x="548758" y="413031"/>
                </a:lnTo>
                <a:lnTo>
                  <a:pt x="551306" y="406935"/>
                </a:lnTo>
                <a:lnTo>
                  <a:pt x="555616" y="403887"/>
                </a:lnTo>
                <a:lnTo>
                  <a:pt x="608198" y="403887"/>
                </a:lnTo>
                <a:lnTo>
                  <a:pt x="605175" y="400839"/>
                </a:lnTo>
                <a:lnTo>
                  <a:pt x="593978" y="394743"/>
                </a:lnTo>
                <a:lnTo>
                  <a:pt x="587501" y="388647"/>
                </a:lnTo>
                <a:lnTo>
                  <a:pt x="580893" y="385599"/>
                </a:lnTo>
                <a:lnTo>
                  <a:pt x="567689" y="382551"/>
                </a:lnTo>
                <a:close/>
              </a:path>
              <a:path w="1068705" h="797560">
                <a:moveTo>
                  <a:pt x="608198" y="403887"/>
                </a:moveTo>
                <a:lnTo>
                  <a:pt x="567689" y="403887"/>
                </a:lnTo>
                <a:lnTo>
                  <a:pt x="575559" y="406935"/>
                </a:lnTo>
                <a:lnTo>
                  <a:pt x="585215" y="413031"/>
                </a:lnTo>
                <a:lnTo>
                  <a:pt x="593466" y="416079"/>
                </a:lnTo>
                <a:lnTo>
                  <a:pt x="598669" y="422175"/>
                </a:lnTo>
                <a:lnTo>
                  <a:pt x="601086" y="428271"/>
                </a:lnTo>
                <a:lnTo>
                  <a:pt x="603372" y="434367"/>
                </a:lnTo>
                <a:lnTo>
                  <a:pt x="603122" y="440463"/>
                </a:lnTo>
                <a:lnTo>
                  <a:pt x="600324" y="449607"/>
                </a:lnTo>
                <a:lnTo>
                  <a:pt x="622692" y="455703"/>
                </a:lnTo>
                <a:lnTo>
                  <a:pt x="626174" y="443511"/>
                </a:lnTo>
                <a:lnTo>
                  <a:pt x="626545" y="431319"/>
                </a:lnTo>
                <a:lnTo>
                  <a:pt x="623032" y="422175"/>
                </a:lnTo>
                <a:lnTo>
                  <a:pt x="614244" y="409983"/>
                </a:lnTo>
                <a:lnTo>
                  <a:pt x="608198" y="403887"/>
                </a:lnTo>
                <a:close/>
              </a:path>
              <a:path w="1068705" h="797560">
                <a:moveTo>
                  <a:pt x="700277" y="397791"/>
                </a:moveTo>
                <a:lnTo>
                  <a:pt x="685799" y="419127"/>
                </a:lnTo>
                <a:lnTo>
                  <a:pt x="706873" y="434367"/>
                </a:lnTo>
                <a:lnTo>
                  <a:pt x="721351" y="409983"/>
                </a:lnTo>
                <a:lnTo>
                  <a:pt x="700277" y="397791"/>
                </a:lnTo>
                <a:close/>
              </a:path>
            </a:pathLst>
          </a:custGeom>
          <a:solidFill>
            <a:srgbClr val="000000"/>
          </a:solidFill>
        </p:spPr>
        <p:txBody>
          <a:bodyPr wrap="square" lIns="0" tIns="0" rIns="0" bIns="0" rtlCol="0"/>
          <a:lstStyle/>
          <a:p>
            <a:endParaRPr/>
          </a:p>
        </p:txBody>
      </p:sp>
      <p:sp>
        <p:nvSpPr>
          <p:cNvPr id="20" name="object 20"/>
          <p:cNvSpPr/>
          <p:nvPr/>
        </p:nvSpPr>
        <p:spPr>
          <a:xfrm>
            <a:off x="2056818" y="3626236"/>
            <a:ext cx="2444115" cy="1136650"/>
          </a:xfrm>
          <a:custGeom>
            <a:avLst/>
            <a:gdLst/>
            <a:ahLst/>
            <a:cxnLst/>
            <a:rect l="l" t="t" r="r" b="b"/>
            <a:pathLst>
              <a:path w="2444115" h="1136650">
                <a:moveTo>
                  <a:pt x="2262529" y="69230"/>
                </a:moveTo>
                <a:lnTo>
                  <a:pt x="0" y="1101461"/>
                </a:lnTo>
                <a:lnTo>
                  <a:pt x="15822" y="1136132"/>
                </a:lnTo>
                <a:lnTo>
                  <a:pt x="2278357" y="103935"/>
                </a:lnTo>
                <a:lnTo>
                  <a:pt x="2262529" y="69230"/>
                </a:lnTo>
                <a:close/>
              </a:path>
              <a:path w="2444115" h="1136650">
                <a:moveTo>
                  <a:pt x="2400328" y="61325"/>
                </a:moveTo>
                <a:lnTo>
                  <a:pt x="2279855" y="61325"/>
                </a:lnTo>
                <a:lnTo>
                  <a:pt x="2295726" y="96011"/>
                </a:lnTo>
                <a:lnTo>
                  <a:pt x="2278357" y="103935"/>
                </a:lnTo>
                <a:lnTo>
                  <a:pt x="2309954" y="173217"/>
                </a:lnTo>
                <a:lnTo>
                  <a:pt x="2400328" y="61325"/>
                </a:lnTo>
                <a:close/>
              </a:path>
              <a:path w="2444115" h="1136650">
                <a:moveTo>
                  <a:pt x="2279855" y="61325"/>
                </a:moveTo>
                <a:lnTo>
                  <a:pt x="2262529" y="69230"/>
                </a:lnTo>
                <a:lnTo>
                  <a:pt x="2278357" y="103935"/>
                </a:lnTo>
                <a:lnTo>
                  <a:pt x="2295726" y="96011"/>
                </a:lnTo>
                <a:lnTo>
                  <a:pt x="2279855" y="61325"/>
                </a:lnTo>
                <a:close/>
              </a:path>
              <a:path w="2444115" h="1136650">
                <a:moveTo>
                  <a:pt x="2230956" y="0"/>
                </a:moveTo>
                <a:lnTo>
                  <a:pt x="2262529" y="69230"/>
                </a:lnTo>
                <a:lnTo>
                  <a:pt x="2279855" y="61325"/>
                </a:lnTo>
                <a:lnTo>
                  <a:pt x="2400328" y="61325"/>
                </a:lnTo>
                <a:lnTo>
                  <a:pt x="2443804" y="7498"/>
                </a:lnTo>
                <a:lnTo>
                  <a:pt x="2230956" y="0"/>
                </a:lnTo>
                <a:close/>
              </a:path>
            </a:pathLst>
          </a:custGeom>
          <a:solidFill>
            <a:srgbClr val="000000"/>
          </a:solidFill>
        </p:spPr>
        <p:txBody>
          <a:bodyPr wrap="square" lIns="0" tIns="0" rIns="0" bIns="0" rtlCol="0"/>
          <a:lstStyle/>
          <a:p>
            <a:endParaRPr/>
          </a:p>
        </p:txBody>
      </p:sp>
      <p:sp>
        <p:nvSpPr>
          <p:cNvPr id="21" name="object 21"/>
          <p:cNvSpPr/>
          <p:nvPr/>
        </p:nvSpPr>
        <p:spPr>
          <a:xfrm>
            <a:off x="2275033" y="3396767"/>
            <a:ext cx="2384992" cy="1712192"/>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3102995" y="4370583"/>
            <a:ext cx="2803525" cy="1332865"/>
          </a:xfrm>
          <a:custGeom>
            <a:avLst/>
            <a:gdLst/>
            <a:ahLst/>
            <a:cxnLst/>
            <a:rect l="l" t="t" r="r" b="b"/>
            <a:pathLst>
              <a:path w="2803525" h="1332864">
                <a:moveTo>
                  <a:pt x="132075" y="1159882"/>
                </a:moveTo>
                <a:lnTo>
                  <a:pt x="0" y="1326952"/>
                </a:lnTo>
                <a:lnTo>
                  <a:pt x="212847" y="1332381"/>
                </a:lnTo>
                <a:lnTo>
                  <a:pt x="184324" y="1271467"/>
                </a:lnTo>
                <a:lnTo>
                  <a:pt x="163317" y="1271467"/>
                </a:lnTo>
                <a:lnTo>
                  <a:pt x="147065" y="1236963"/>
                </a:lnTo>
                <a:lnTo>
                  <a:pt x="164372" y="1228855"/>
                </a:lnTo>
                <a:lnTo>
                  <a:pt x="132075" y="1159882"/>
                </a:lnTo>
                <a:close/>
              </a:path>
              <a:path w="2803525" h="1332864">
                <a:moveTo>
                  <a:pt x="164372" y="1228855"/>
                </a:moveTo>
                <a:lnTo>
                  <a:pt x="147065" y="1236963"/>
                </a:lnTo>
                <a:lnTo>
                  <a:pt x="163317" y="1271467"/>
                </a:lnTo>
                <a:lnTo>
                  <a:pt x="180545" y="1263395"/>
                </a:lnTo>
                <a:lnTo>
                  <a:pt x="164372" y="1228855"/>
                </a:lnTo>
                <a:close/>
              </a:path>
              <a:path w="2803525" h="1332864">
                <a:moveTo>
                  <a:pt x="180545" y="1263395"/>
                </a:moveTo>
                <a:lnTo>
                  <a:pt x="163317" y="1271467"/>
                </a:lnTo>
                <a:lnTo>
                  <a:pt x="184324" y="1271467"/>
                </a:lnTo>
                <a:lnTo>
                  <a:pt x="180545" y="1263395"/>
                </a:lnTo>
                <a:close/>
              </a:path>
              <a:path w="2803525" h="1332864">
                <a:moveTo>
                  <a:pt x="2787142" y="0"/>
                </a:moveTo>
                <a:lnTo>
                  <a:pt x="164372" y="1228855"/>
                </a:lnTo>
                <a:lnTo>
                  <a:pt x="180545" y="1263395"/>
                </a:lnTo>
                <a:lnTo>
                  <a:pt x="2803266" y="34539"/>
                </a:lnTo>
                <a:lnTo>
                  <a:pt x="2787142" y="0"/>
                </a:lnTo>
                <a:close/>
              </a:path>
            </a:pathLst>
          </a:custGeom>
          <a:solidFill>
            <a:srgbClr val="000000"/>
          </a:solidFill>
        </p:spPr>
        <p:txBody>
          <a:bodyPr wrap="square" lIns="0" tIns="0" rIns="0" bIns="0" rtlCol="0"/>
          <a:lstStyle/>
          <a:p>
            <a:endParaRPr/>
          </a:p>
        </p:txBody>
      </p:sp>
      <p:sp>
        <p:nvSpPr>
          <p:cNvPr id="23" name="object 23"/>
          <p:cNvSpPr/>
          <p:nvPr/>
        </p:nvSpPr>
        <p:spPr>
          <a:xfrm>
            <a:off x="3696461" y="4788790"/>
            <a:ext cx="2073278" cy="1060191"/>
          </a:xfrm>
          <a:prstGeom prst="rect">
            <a:avLst/>
          </a:prstGeom>
          <a:blipFill>
            <a:blip r:embed="rId4" cstate="print"/>
            <a:stretch>
              <a:fillRect/>
            </a:stretch>
          </a:blipFill>
        </p:spPr>
        <p:txBody>
          <a:bodyPr wrap="square" lIns="0" tIns="0" rIns="0" bIns="0" rtlCol="0"/>
          <a:lstStyle/>
          <a:p>
            <a:endParaRPr/>
          </a:p>
        </p:txBody>
      </p:sp>
      <p:sp>
        <p:nvSpPr>
          <p:cNvPr id="24" name="object 24"/>
          <p:cNvSpPr/>
          <p:nvPr/>
        </p:nvSpPr>
        <p:spPr>
          <a:xfrm>
            <a:off x="7284080" y="3340974"/>
            <a:ext cx="2447925" cy="1920239"/>
          </a:xfrm>
          <a:custGeom>
            <a:avLst/>
            <a:gdLst/>
            <a:ahLst/>
            <a:cxnLst/>
            <a:rect l="l" t="t" r="r" b="b"/>
            <a:pathLst>
              <a:path w="2447925" h="1920239">
                <a:moveTo>
                  <a:pt x="2285751" y="1817596"/>
                </a:moveTo>
                <a:lnTo>
                  <a:pt x="2238755" y="1877714"/>
                </a:lnTo>
                <a:lnTo>
                  <a:pt x="2447543" y="1920005"/>
                </a:lnTo>
                <a:lnTo>
                  <a:pt x="2404449" y="1829327"/>
                </a:lnTo>
                <a:lnTo>
                  <a:pt x="2300752" y="1829327"/>
                </a:lnTo>
                <a:lnTo>
                  <a:pt x="2285751" y="1817596"/>
                </a:lnTo>
                <a:close/>
              </a:path>
              <a:path w="2447925" h="1920239">
                <a:moveTo>
                  <a:pt x="2309200" y="1787599"/>
                </a:moveTo>
                <a:lnTo>
                  <a:pt x="2285751" y="1817596"/>
                </a:lnTo>
                <a:lnTo>
                  <a:pt x="2300752" y="1829327"/>
                </a:lnTo>
                <a:lnTo>
                  <a:pt x="2324221" y="1799347"/>
                </a:lnTo>
                <a:lnTo>
                  <a:pt x="2309200" y="1787599"/>
                </a:lnTo>
                <a:close/>
              </a:path>
              <a:path w="2447925" h="1920239">
                <a:moveTo>
                  <a:pt x="2356103" y="1727600"/>
                </a:moveTo>
                <a:lnTo>
                  <a:pt x="2309200" y="1787599"/>
                </a:lnTo>
                <a:lnTo>
                  <a:pt x="2324221" y="1799347"/>
                </a:lnTo>
                <a:lnTo>
                  <a:pt x="2300752" y="1829327"/>
                </a:lnTo>
                <a:lnTo>
                  <a:pt x="2404449" y="1829327"/>
                </a:lnTo>
                <a:lnTo>
                  <a:pt x="2356103" y="1727600"/>
                </a:lnTo>
                <a:close/>
              </a:path>
              <a:path w="2447925" h="1920239">
                <a:moveTo>
                  <a:pt x="23500" y="0"/>
                </a:moveTo>
                <a:lnTo>
                  <a:pt x="0" y="29992"/>
                </a:lnTo>
                <a:lnTo>
                  <a:pt x="2285751" y="1817596"/>
                </a:lnTo>
                <a:lnTo>
                  <a:pt x="2309200" y="1787599"/>
                </a:lnTo>
                <a:lnTo>
                  <a:pt x="23500" y="0"/>
                </a:lnTo>
                <a:close/>
              </a:path>
            </a:pathLst>
          </a:custGeom>
          <a:solidFill>
            <a:srgbClr val="000000"/>
          </a:solidFill>
        </p:spPr>
        <p:txBody>
          <a:bodyPr wrap="square" lIns="0" tIns="0" rIns="0" bIns="0" rtlCol="0"/>
          <a:lstStyle/>
          <a:p>
            <a:endParaRPr/>
          </a:p>
        </p:txBody>
      </p:sp>
      <p:sp>
        <p:nvSpPr>
          <p:cNvPr id="25" name="object 25"/>
          <p:cNvSpPr/>
          <p:nvPr/>
        </p:nvSpPr>
        <p:spPr>
          <a:xfrm>
            <a:off x="7175997" y="4308480"/>
            <a:ext cx="1348740" cy="968375"/>
          </a:xfrm>
          <a:custGeom>
            <a:avLst/>
            <a:gdLst/>
            <a:ahLst/>
            <a:cxnLst/>
            <a:rect l="l" t="t" r="r" b="b"/>
            <a:pathLst>
              <a:path w="1348740" h="968375">
                <a:moveTo>
                  <a:pt x="166257" y="94978"/>
                </a:moveTo>
                <a:lnTo>
                  <a:pt x="144182" y="125986"/>
                </a:lnTo>
                <a:lnTo>
                  <a:pt x="1326641" y="967989"/>
                </a:lnTo>
                <a:lnTo>
                  <a:pt x="1348739" y="936997"/>
                </a:lnTo>
                <a:lnTo>
                  <a:pt x="166257" y="94978"/>
                </a:lnTo>
                <a:close/>
              </a:path>
              <a:path w="1348740" h="968375">
                <a:moveTo>
                  <a:pt x="0" y="0"/>
                </a:moveTo>
                <a:lnTo>
                  <a:pt x="99974" y="188082"/>
                </a:lnTo>
                <a:lnTo>
                  <a:pt x="144182" y="125986"/>
                </a:lnTo>
                <a:lnTo>
                  <a:pt x="128656" y="114930"/>
                </a:lnTo>
                <a:lnTo>
                  <a:pt x="150754" y="83938"/>
                </a:lnTo>
                <a:lnTo>
                  <a:pt x="174117" y="83938"/>
                </a:lnTo>
                <a:lnTo>
                  <a:pt x="210464" y="32884"/>
                </a:lnTo>
                <a:lnTo>
                  <a:pt x="0" y="0"/>
                </a:lnTo>
                <a:close/>
              </a:path>
              <a:path w="1348740" h="968375">
                <a:moveTo>
                  <a:pt x="150754" y="83938"/>
                </a:moveTo>
                <a:lnTo>
                  <a:pt x="128656" y="114930"/>
                </a:lnTo>
                <a:lnTo>
                  <a:pt x="144182" y="125986"/>
                </a:lnTo>
                <a:lnTo>
                  <a:pt x="166257" y="94978"/>
                </a:lnTo>
                <a:lnTo>
                  <a:pt x="150754" y="83938"/>
                </a:lnTo>
                <a:close/>
              </a:path>
              <a:path w="1348740" h="968375">
                <a:moveTo>
                  <a:pt x="174117" y="83938"/>
                </a:moveTo>
                <a:lnTo>
                  <a:pt x="150754" y="83938"/>
                </a:lnTo>
                <a:lnTo>
                  <a:pt x="166257" y="94978"/>
                </a:lnTo>
                <a:lnTo>
                  <a:pt x="174117" y="83938"/>
                </a:lnTo>
                <a:close/>
              </a:path>
            </a:pathLst>
          </a:custGeom>
          <a:solidFill>
            <a:srgbClr val="000000"/>
          </a:solidFill>
        </p:spPr>
        <p:txBody>
          <a:bodyPr wrap="square" lIns="0" tIns="0" rIns="0" bIns="0" rtlCol="0"/>
          <a:lstStyle/>
          <a:p>
            <a:endParaRPr/>
          </a:p>
        </p:txBody>
      </p:sp>
      <p:sp>
        <p:nvSpPr>
          <p:cNvPr id="26" name="object 26"/>
          <p:cNvSpPr/>
          <p:nvPr/>
        </p:nvSpPr>
        <p:spPr>
          <a:xfrm>
            <a:off x="7785476" y="4178427"/>
            <a:ext cx="922655" cy="777240"/>
          </a:xfrm>
          <a:custGeom>
            <a:avLst/>
            <a:gdLst/>
            <a:ahLst/>
            <a:cxnLst/>
            <a:rect l="l" t="t" r="r" b="b"/>
            <a:pathLst>
              <a:path w="922654" h="777239">
                <a:moveTo>
                  <a:pt x="116220" y="0"/>
                </a:moveTo>
                <a:lnTo>
                  <a:pt x="0" y="162305"/>
                </a:lnTo>
                <a:lnTo>
                  <a:pt x="101345" y="234945"/>
                </a:lnTo>
                <a:lnTo>
                  <a:pt x="115061" y="215777"/>
                </a:lnTo>
                <a:lnTo>
                  <a:pt x="35173" y="158627"/>
                </a:lnTo>
                <a:lnTo>
                  <a:pt x="137678" y="15371"/>
                </a:lnTo>
                <a:lnTo>
                  <a:pt x="116220" y="0"/>
                </a:lnTo>
                <a:close/>
              </a:path>
              <a:path w="922654" h="777239">
                <a:moveTo>
                  <a:pt x="240426" y="349245"/>
                </a:moveTo>
                <a:lnTo>
                  <a:pt x="236371" y="355465"/>
                </a:lnTo>
                <a:lnTo>
                  <a:pt x="232149" y="366275"/>
                </a:lnTo>
                <a:lnTo>
                  <a:pt x="231383" y="378034"/>
                </a:lnTo>
                <a:lnTo>
                  <a:pt x="234324" y="391301"/>
                </a:lnTo>
                <a:lnTo>
                  <a:pt x="259901" y="420535"/>
                </a:lnTo>
                <a:lnTo>
                  <a:pt x="305954" y="435371"/>
                </a:lnTo>
                <a:lnTo>
                  <a:pt x="317580" y="432473"/>
                </a:lnTo>
                <a:lnTo>
                  <a:pt x="331207" y="425733"/>
                </a:lnTo>
                <a:lnTo>
                  <a:pt x="339506" y="418231"/>
                </a:lnTo>
                <a:lnTo>
                  <a:pt x="343522" y="413699"/>
                </a:lnTo>
                <a:lnTo>
                  <a:pt x="294888" y="413699"/>
                </a:lnTo>
                <a:lnTo>
                  <a:pt x="283609" y="410869"/>
                </a:lnTo>
                <a:lnTo>
                  <a:pt x="271028" y="403615"/>
                </a:lnTo>
                <a:lnTo>
                  <a:pt x="260794" y="394132"/>
                </a:lnTo>
                <a:lnTo>
                  <a:pt x="255148" y="383916"/>
                </a:lnTo>
                <a:lnTo>
                  <a:pt x="253502" y="378582"/>
                </a:lnTo>
                <a:lnTo>
                  <a:pt x="254264" y="372617"/>
                </a:lnTo>
                <a:lnTo>
                  <a:pt x="257830" y="366009"/>
                </a:lnTo>
                <a:lnTo>
                  <a:pt x="240426" y="349245"/>
                </a:lnTo>
                <a:close/>
              </a:path>
              <a:path w="922654" h="777239">
                <a:moveTo>
                  <a:pt x="345194" y="241148"/>
                </a:moveTo>
                <a:lnTo>
                  <a:pt x="308904" y="254057"/>
                </a:lnTo>
                <a:lnTo>
                  <a:pt x="282067" y="283148"/>
                </a:lnTo>
                <a:lnTo>
                  <a:pt x="269452" y="332106"/>
                </a:lnTo>
                <a:lnTo>
                  <a:pt x="271880" y="343983"/>
                </a:lnTo>
                <a:lnTo>
                  <a:pt x="297371" y="375112"/>
                </a:lnTo>
                <a:lnTo>
                  <a:pt x="332849" y="387946"/>
                </a:lnTo>
                <a:lnTo>
                  <a:pt x="324217" y="399101"/>
                </a:lnTo>
                <a:lnTo>
                  <a:pt x="318150" y="405515"/>
                </a:lnTo>
                <a:lnTo>
                  <a:pt x="311536" y="410849"/>
                </a:lnTo>
                <a:lnTo>
                  <a:pt x="304556" y="413634"/>
                </a:lnTo>
                <a:lnTo>
                  <a:pt x="294888" y="413699"/>
                </a:lnTo>
                <a:lnTo>
                  <a:pt x="343522" y="413699"/>
                </a:lnTo>
                <a:lnTo>
                  <a:pt x="348621" y="407944"/>
                </a:lnTo>
                <a:lnTo>
                  <a:pt x="358536" y="394847"/>
                </a:lnTo>
                <a:lnTo>
                  <a:pt x="380306" y="364443"/>
                </a:lnTo>
                <a:lnTo>
                  <a:pt x="325677" y="364443"/>
                </a:lnTo>
                <a:lnTo>
                  <a:pt x="314453" y="360587"/>
                </a:lnTo>
                <a:lnTo>
                  <a:pt x="301151" y="351648"/>
                </a:lnTo>
                <a:lnTo>
                  <a:pt x="295262" y="340998"/>
                </a:lnTo>
                <a:lnTo>
                  <a:pt x="292485" y="326145"/>
                </a:lnTo>
                <a:lnTo>
                  <a:pt x="294467" y="315200"/>
                </a:lnTo>
                <a:lnTo>
                  <a:pt x="314002" y="282336"/>
                </a:lnTo>
                <a:lnTo>
                  <a:pt x="347618" y="263841"/>
                </a:lnTo>
                <a:lnTo>
                  <a:pt x="390191" y="263841"/>
                </a:lnTo>
                <a:lnTo>
                  <a:pt x="383961" y="257153"/>
                </a:lnTo>
                <a:lnTo>
                  <a:pt x="370358" y="246826"/>
                </a:lnTo>
                <a:lnTo>
                  <a:pt x="358541" y="242764"/>
                </a:lnTo>
                <a:lnTo>
                  <a:pt x="345194" y="241148"/>
                </a:lnTo>
                <a:close/>
              </a:path>
              <a:path w="922654" h="777239">
                <a:moveTo>
                  <a:pt x="390191" y="263841"/>
                </a:moveTo>
                <a:lnTo>
                  <a:pt x="347618" y="263841"/>
                </a:lnTo>
                <a:lnTo>
                  <a:pt x="359586" y="265257"/>
                </a:lnTo>
                <a:lnTo>
                  <a:pt x="370934" y="271003"/>
                </a:lnTo>
                <a:lnTo>
                  <a:pt x="378181" y="278670"/>
                </a:lnTo>
                <a:lnTo>
                  <a:pt x="382911" y="289986"/>
                </a:lnTo>
                <a:lnTo>
                  <a:pt x="385091" y="306754"/>
                </a:lnTo>
                <a:lnTo>
                  <a:pt x="382264" y="317147"/>
                </a:lnTo>
                <a:lnTo>
                  <a:pt x="357334" y="353338"/>
                </a:lnTo>
                <a:lnTo>
                  <a:pt x="325677" y="364443"/>
                </a:lnTo>
                <a:lnTo>
                  <a:pt x="380306" y="364443"/>
                </a:lnTo>
                <a:lnTo>
                  <a:pt x="431291" y="293238"/>
                </a:lnTo>
                <a:lnTo>
                  <a:pt x="424392" y="288290"/>
                </a:lnTo>
                <a:lnTo>
                  <a:pt x="402146" y="288290"/>
                </a:lnTo>
                <a:lnTo>
                  <a:pt x="399214" y="277503"/>
                </a:lnTo>
                <a:lnTo>
                  <a:pt x="393367" y="267252"/>
                </a:lnTo>
                <a:lnTo>
                  <a:pt x="390191" y="263841"/>
                </a:lnTo>
                <a:close/>
              </a:path>
              <a:path w="922654" h="777239">
                <a:moveTo>
                  <a:pt x="212110" y="152161"/>
                </a:moveTo>
                <a:lnTo>
                  <a:pt x="168970" y="175700"/>
                </a:lnTo>
                <a:lnTo>
                  <a:pt x="146097" y="211965"/>
                </a:lnTo>
                <a:lnTo>
                  <a:pt x="141787" y="235645"/>
                </a:lnTo>
                <a:lnTo>
                  <a:pt x="142730" y="248218"/>
                </a:lnTo>
                <a:lnTo>
                  <a:pt x="172671" y="289891"/>
                </a:lnTo>
                <a:lnTo>
                  <a:pt x="209151" y="301995"/>
                </a:lnTo>
                <a:lnTo>
                  <a:pt x="219805" y="301165"/>
                </a:lnTo>
                <a:lnTo>
                  <a:pt x="231792" y="297626"/>
                </a:lnTo>
                <a:lnTo>
                  <a:pt x="246220" y="290699"/>
                </a:lnTo>
                <a:lnTo>
                  <a:pt x="254716" y="283393"/>
                </a:lnTo>
                <a:lnTo>
                  <a:pt x="258286" y="279466"/>
                </a:lnTo>
                <a:lnTo>
                  <a:pt x="208990" y="279466"/>
                </a:lnTo>
                <a:lnTo>
                  <a:pt x="198887" y="278572"/>
                </a:lnTo>
                <a:lnTo>
                  <a:pt x="187514" y="273738"/>
                </a:lnTo>
                <a:lnTo>
                  <a:pt x="173805" y="263935"/>
                </a:lnTo>
                <a:lnTo>
                  <a:pt x="168160" y="252949"/>
                </a:lnTo>
                <a:lnTo>
                  <a:pt x="165340" y="237992"/>
                </a:lnTo>
                <a:lnTo>
                  <a:pt x="167209" y="226783"/>
                </a:lnTo>
                <a:lnTo>
                  <a:pt x="186607" y="193683"/>
                </a:lnTo>
                <a:lnTo>
                  <a:pt x="219103" y="174624"/>
                </a:lnTo>
                <a:lnTo>
                  <a:pt x="267305" y="174624"/>
                </a:lnTo>
                <a:lnTo>
                  <a:pt x="262339" y="169816"/>
                </a:lnTo>
                <a:lnTo>
                  <a:pt x="248499" y="159460"/>
                </a:lnTo>
                <a:lnTo>
                  <a:pt x="236744" y="154631"/>
                </a:lnTo>
                <a:lnTo>
                  <a:pt x="224610" y="152188"/>
                </a:lnTo>
                <a:lnTo>
                  <a:pt x="212110" y="152161"/>
                </a:lnTo>
                <a:close/>
              </a:path>
              <a:path w="922654" h="777239">
                <a:moveTo>
                  <a:pt x="412882" y="280034"/>
                </a:moveTo>
                <a:lnTo>
                  <a:pt x="402146" y="288290"/>
                </a:lnTo>
                <a:lnTo>
                  <a:pt x="424392" y="288290"/>
                </a:lnTo>
                <a:lnTo>
                  <a:pt x="412882" y="280034"/>
                </a:lnTo>
                <a:close/>
              </a:path>
              <a:path w="922654" h="777239">
                <a:moveTo>
                  <a:pt x="267305" y="174624"/>
                </a:moveTo>
                <a:lnTo>
                  <a:pt x="219103" y="174624"/>
                </a:lnTo>
                <a:lnTo>
                  <a:pt x="229372" y="175230"/>
                </a:lnTo>
                <a:lnTo>
                  <a:pt x="240735" y="179714"/>
                </a:lnTo>
                <a:lnTo>
                  <a:pt x="254246" y="189052"/>
                </a:lnTo>
                <a:lnTo>
                  <a:pt x="260409" y="199805"/>
                </a:lnTo>
                <a:lnTo>
                  <a:pt x="263471" y="213936"/>
                </a:lnTo>
                <a:lnTo>
                  <a:pt x="262529" y="222936"/>
                </a:lnTo>
                <a:lnTo>
                  <a:pt x="241763" y="260733"/>
                </a:lnTo>
                <a:lnTo>
                  <a:pt x="208990" y="279466"/>
                </a:lnTo>
                <a:lnTo>
                  <a:pt x="258286" y="279466"/>
                </a:lnTo>
                <a:lnTo>
                  <a:pt x="283713" y="238757"/>
                </a:lnTo>
                <a:lnTo>
                  <a:pt x="286094" y="214853"/>
                </a:lnTo>
                <a:lnTo>
                  <a:pt x="286091" y="213936"/>
                </a:lnTo>
                <a:lnTo>
                  <a:pt x="284346" y="199551"/>
                </a:lnTo>
                <a:lnTo>
                  <a:pt x="279771" y="189562"/>
                </a:lnTo>
                <a:lnTo>
                  <a:pt x="272599" y="179750"/>
                </a:lnTo>
                <a:lnTo>
                  <a:pt x="267305" y="174624"/>
                </a:lnTo>
                <a:close/>
              </a:path>
              <a:path w="922654" h="777239">
                <a:moveTo>
                  <a:pt x="812170" y="651759"/>
                </a:moveTo>
                <a:lnTo>
                  <a:pt x="799612" y="651759"/>
                </a:lnTo>
                <a:lnTo>
                  <a:pt x="793363" y="654807"/>
                </a:lnTo>
                <a:lnTo>
                  <a:pt x="787420" y="657855"/>
                </a:lnTo>
                <a:lnTo>
                  <a:pt x="781324" y="660903"/>
                </a:lnTo>
                <a:lnTo>
                  <a:pt x="776234" y="663951"/>
                </a:lnTo>
                <a:lnTo>
                  <a:pt x="771852" y="670047"/>
                </a:lnTo>
                <a:lnTo>
                  <a:pt x="766646" y="679191"/>
                </a:lnTo>
                <a:lnTo>
                  <a:pt x="764766" y="691383"/>
                </a:lnTo>
                <a:lnTo>
                  <a:pt x="766550" y="706623"/>
                </a:lnTo>
                <a:lnTo>
                  <a:pt x="793396" y="734055"/>
                </a:lnTo>
                <a:lnTo>
                  <a:pt x="817918" y="746247"/>
                </a:lnTo>
                <a:lnTo>
                  <a:pt x="843808" y="746247"/>
                </a:lnTo>
                <a:lnTo>
                  <a:pt x="840485" y="752343"/>
                </a:lnTo>
                <a:lnTo>
                  <a:pt x="838321" y="758439"/>
                </a:lnTo>
                <a:lnTo>
                  <a:pt x="837437" y="764535"/>
                </a:lnTo>
                <a:lnTo>
                  <a:pt x="858286" y="776727"/>
                </a:lnTo>
                <a:lnTo>
                  <a:pt x="858895" y="770631"/>
                </a:lnTo>
                <a:lnTo>
                  <a:pt x="860694" y="764535"/>
                </a:lnTo>
                <a:lnTo>
                  <a:pt x="864528" y="758439"/>
                </a:lnTo>
                <a:lnTo>
                  <a:pt x="869339" y="749295"/>
                </a:lnTo>
                <a:lnTo>
                  <a:pt x="876895" y="740151"/>
                </a:lnTo>
                <a:lnTo>
                  <a:pt x="883103" y="731007"/>
                </a:lnTo>
                <a:lnTo>
                  <a:pt x="827741" y="731007"/>
                </a:lnTo>
                <a:lnTo>
                  <a:pt x="815734" y="724911"/>
                </a:lnTo>
                <a:lnTo>
                  <a:pt x="804184" y="718815"/>
                </a:lnTo>
                <a:lnTo>
                  <a:pt x="796411" y="715767"/>
                </a:lnTo>
                <a:lnTo>
                  <a:pt x="791839" y="709671"/>
                </a:lnTo>
                <a:lnTo>
                  <a:pt x="790315" y="700527"/>
                </a:lnTo>
                <a:lnTo>
                  <a:pt x="788791" y="694431"/>
                </a:lnTo>
                <a:lnTo>
                  <a:pt x="789950" y="688335"/>
                </a:lnTo>
                <a:lnTo>
                  <a:pt x="793760" y="685287"/>
                </a:lnTo>
                <a:lnTo>
                  <a:pt x="796289" y="682239"/>
                </a:lnTo>
                <a:lnTo>
                  <a:pt x="799459" y="679191"/>
                </a:lnTo>
                <a:lnTo>
                  <a:pt x="803422" y="676143"/>
                </a:lnTo>
                <a:lnTo>
                  <a:pt x="864776" y="676143"/>
                </a:lnTo>
                <a:lnTo>
                  <a:pt x="858766" y="673095"/>
                </a:lnTo>
                <a:lnTo>
                  <a:pt x="844814" y="666999"/>
                </a:lnTo>
                <a:lnTo>
                  <a:pt x="836188" y="660903"/>
                </a:lnTo>
                <a:lnTo>
                  <a:pt x="829574" y="657855"/>
                </a:lnTo>
                <a:lnTo>
                  <a:pt x="824880" y="657855"/>
                </a:lnTo>
                <a:lnTo>
                  <a:pt x="812170" y="651759"/>
                </a:lnTo>
                <a:close/>
              </a:path>
              <a:path w="922654" h="777239">
                <a:moveTo>
                  <a:pt x="864776" y="676143"/>
                </a:moveTo>
                <a:lnTo>
                  <a:pt x="816056" y="676143"/>
                </a:lnTo>
                <a:lnTo>
                  <a:pt x="824845" y="679191"/>
                </a:lnTo>
                <a:lnTo>
                  <a:pt x="839503" y="685287"/>
                </a:lnTo>
                <a:lnTo>
                  <a:pt x="852933" y="691383"/>
                </a:lnTo>
                <a:lnTo>
                  <a:pt x="864446" y="697479"/>
                </a:lnTo>
                <a:lnTo>
                  <a:pt x="874013" y="700527"/>
                </a:lnTo>
                <a:lnTo>
                  <a:pt x="868801" y="706623"/>
                </a:lnTo>
                <a:lnTo>
                  <a:pt x="862462" y="715767"/>
                </a:lnTo>
                <a:lnTo>
                  <a:pt x="856762" y="721863"/>
                </a:lnTo>
                <a:lnTo>
                  <a:pt x="851275" y="724911"/>
                </a:lnTo>
                <a:lnTo>
                  <a:pt x="844295" y="727959"/>
                </a:lnTo>
                <a:lnTo>
                  <a:pt x="836675" y="731007"/>
                </a:lnTo>
                <a:lnTo>
                  <a:pt x="883103" y="731007"/>
                </a:lnTo>
                <a:lnTo>
                  <a:pt x="887242" y="724911"/>
                </a:lnTo>
                <a:lnTo>
                  <a:pt x="912632" y="688335"/>
                </a:lnTo>
                <a:lnTo>
                  <a:pt x="916685" y="682239"/>
                </a:lnTo>
                <a:lnTo>
                  <a:pt x="880880" y="682239"/>
                </a:lnTo>
                <a:lnTo>
                  <a:pt x="870785" y="679191"/>
                </a:lnTo>
                <a:lnTo>
                  <a:pt x="864776" y="676143"/>
                </a:lnTo>
                <a:close/>
              </a:path>
              <a:path w="922654" h="777239">
                <a:moveTo>
                  <a:pt x="766693" y="535935"/>
                </a:moveTo>
                <a:lnTo>
                  <a:pt x="755660" y="551175"/>
                </a:lnTo>
                <a:lnTo>
                  <a:pt x="770260" y="560319"/>
                </a:lnTo>
                <a:lnTo>
                  <a:pt x="718752" y="633471"/>
                </a:lnTo>
                <a:lnTo>
                  <a:pt x="710901" y="645663"/>
                </a:lnTo>
                <a:lnTo>
                  <a:pt x="707410" y="654807"/>
                </a:lnTo>
                <a:lnTo>
                  <a:pt x="706373" y="657855"/>
                </a:lnTo>
                <a:lnTo>
                  <a:pt x="707014" y="663951"/>
                </a:lnTo>
                <a:lnTo>
                  <a:pt x="733562" y="691383"/>
                </a:lnTo>
                <a:lnTo>
                  <a:pt x="740023" y="694431"/>
                </a:lnTo>
                <a:lnTo>
                  <a:pt x="749807" y="673095"/>
                </a:lnTo>
                <a:lnTo>
                  <a:pt x="745754" y="670047"/>
                </a:lnTo>
                <a:lnTo>
                  <a:pt x="742706" y="670047"/>
                </a:lnTo>
                <a:lnTo>
                  <a:pt x="740542" y="666999"/>
                </a:lnTo>
                <a:lnTo>
                  <a:pt x="737494" y="666999"/>
                </a:lnTo>
                <a:lnTo>
                  <a:pt x="735604" y="663951"/>
                </a:lnTo>
                <a:lnTo>
                  <a:pt x="734689" y="660903"/>
                </a:lnTo>
                <a:lnTo>
                  <a:pt x="733805" y="660903"/>
                </a:lnTo>
                <a:lnTo>
                  <a:pt x="733562" y="657855"/>
                </a:lnTo>
                <a:lnTo>
                  <a:pt x="734080" y="654807"/>
                </a:lnTo>
                <a:lnTo>
                  <a:pt x="734567" y="654807"/>
                </a:lnTo>
                <a:lnTo>
                  <a:pt x="736732" y="648711"/>
                </a:lnTo>
                <a:lnTo>
                  <a:pt x="740785" y="642615"/>
                </a:lnTo>
                <a:lnTo>
                  <a:pt x="790072" y="575559"/>
                </a:lnTo>
                <a:lnTo>
                  <a:pt x="819348" y="575559"/>
                </a:lnTo>
                <a:lnTo>
                  <a:pt x="821192" y="572511"/>
                </a:lnTo>
                <a:lnTo>
                  <a:pt x="801136" y="560319"/>
                </a:lnTo>
                <a:lnTo>
                  <a:pt x="811651" y="545079"/>
                </a:lnTo>
                <a:lnTo>
                  <a:pt x="781324" y="545079"/>
                </a:lnTo>
                <a:lnTo>
                  <a:pt x="766693" y="535935"/>
                </a:lnTo>
                <a:close/>
              </a:path>
              <a:path w="922654" h="777239">
                <a:moveTo>
                  <a:pt x="898146" y="624327"/>
                </a:moveTo>
                <a:lnTo>
                  <a:pt x="857209" y="624327"/>
                </a:lnTo>
                <a:lnTo>
                  <a:pt x="867575" y="630423"/>
                </a:lnTo>
                <a:lnTo>
                  <a:pt x="881493" y="639567"/>
                </a:lnTo>
                <a:lnTo>
                  <a:pt x="890928" y="648711"/>
                </a:lnTo>
                <a:lnTo>
                  <a:pt x="895746" y="657855"/>
                </a:lnTo>
                <a:lnTo>
                  <a:pt x="897148" y="663951"/>
                </a:lnTo>
                <a:lnTo>
                  <a:pt x="894862" y="670047"/>
                </a:lnTo>
                <a:lnTo>
                  <a:pt x="889010" y="679191"/>
                </a:lnTo>
                <a:lnTo>
                  <a:pt x="888491" y="679191"/>
                </a:lnTo>
                <a:lnTo>
                  <a:pt x="887242" y="682239"/>
                </a:lnTo>
                <a:lnTo>
                  <a:pt x="916685" y="682239"/>
                </a:lnTo>
                <a:lnTo>
                  <a:pt x="918331" y="679191"/>
                </a:lnTo>
                <a:lnTo>
                  <a:pt x="921136" y="673095"/>
                </a:lnTo>
                <a:lnTo>
                  <a:pt x="922294" y="666999"/>
                </a:lnTo>
                <a:lnTo>
                  <a:pt x="921898" y="660903"/>
                </a:lnTo>
                <a:lnTo>
                  <a:pt x="921532" y="654807"/>
                </a:lnTo>
                <a:lnTo>
                  <a:pt x="918971" y="648711"/>
                </a:lnTo>
                <a:lnTo>
                  <a:pt x="913408" y="639567"/>
                </a:lnTo>
                <a:lnTo>
                  <a:pt x="907547" y="633471"/>
                </a:lnTo>
                <a:lnTo>
                  <a:pt x="898146" y="624327"/>
                </a:lnTo>
                <a:close/>
              </a:path>
              <a:path w="922654" h="777239">
                <a:moveTo>
                  <a:pt x="683546" y="609087"/>
                </a:moveTo>
                <a:lnTo>
                  <a:pt x="654192" y="609087"/>
                </a:lnTo>
                <a:lnTo>
                  <a:pt x="650869" y="615183"/>
                </a:lnTo>
                <a:lnTo>
                  <a:pt x="648736" y="621279"/>
                </a:lnTo>
                <a:lnTo>
                  <a:pt x="647821" y="627375"/>
                </a:lnTo>
                <a:lnTo>
                  <a:pt x="668670" y="642615"/>
                </a:lnTo>
                <a:lnTo>
                  <a:pt x="669432" y="636519"/>
                </a:lnTo>
                <a:lnTo>
                  <a:pt x="671078" y="630423"/>
                </a:lnTo>
                <a:lnTo>
                  <a:pt x="674916" y="621279"/>
                </a:lnTo>
                <a:lnTo>
                  <a:pt x="679760" y="615183"/>
                </a:lnTo>
                <a:lnTo>
                  <a:pt x="683546" y="609087"/>
                </a:lnTo>
                <a:close/>
              </a:path>
              <a:path w="922654" h="777239">
                <a:moveTo>
                  <a:pt x="847647" y="602991"/>
                </a:moveTo>
                <a:lnTo>
                  <a:pt x="835339" y="606039"/>
                </a:lnTo>
                <a:lnTo>
                  <a:pt x="813572" y="618231"/>
                </a:lnTo>
                <a:lnTo>
                  <a:pt x="833457" y="633471"/>
                </a:lnTo>
                <a:lnTo>
                  <a:pt x="844499" y="627375"/>
                </a:lnTo>
                <a:lnTo>
                  <a:pt x="857209" y="624327"/>
                </a:lnTo>
                <a:lnTo>
                  <a:pt x="898146" y="624327"/>
                </a:lnTo>
                <a:lnTo>
                  <a:pt x="883562" y="615183"/>
                </a:lnTo>
                <a:lnTo>
                  <a:pt x="872400" y="609087"/>
                </a:lnTo>
                <a:lnTo>
                  <a:pt x="847647" y="602991"/>
                </a:lnTo>
                <a:close/>
              </a:path>
              <a:path w="922654" h="777239">
                <a:moveTo>
                  <a:pt x="628924" y="517647"/>
                </a:moveTo>
                <a:lnTo>
                  <a:pt x="603778" y="517647"/>
                </a:lnTo>
                <a:lnTo>
                  <a:pt x="597804" y="520695"/>
                </a:lnTo>
                <a:lnTo>
                  <a:pt x="591708" y="523743"/>
                </a:lnTo>
                <a:lnTo>
                  <a:pt x="586618" y="526791"/>
                </a:lnTo>
                <a:lnTo>
                  <a:pt x="582272" y="535935"/>
                </a:lnTo>
                <a:lnTo>
                  <a:pt x="577059" y="545079"/>
                </a:lnTo>
                <a:lnTo>
                  <a:pt x="575184" y="557271"/>
                </a:lnTo>
                <a:lnTo>
                  <a:pt x="577024" y="569463"/>
                </a:lnTo>
                <a:lnTo>
                  <a:pt x="582022" y="578607"/>
                </a:lnTo>
                <a:lnTo>
                  <a:pt x="590696" y="590799"/>
                </a:lnTo>
                <a:lnTo>
                  <a:pt x="603789" y="599943"/>
                </a:lnTo>
                <a:lnTo>
                  <a:pt x="614445" y="606039"/>
                </a:lnTo>
                <a:lnTo>
                  <a:pt x="628292" y="609087"/>
                </a:lnTo>
                <a:lnTo>
                  <a:pt x="640447" y="612135"/>
                </a:lnTo>
                <a:lnTo>
                  <a:pt x="654192" y="609087"/>
                </a:lnTo>
                <a:lnTo>
                  <a:pt x="683546" y="609087"/>
                </a:lnTo>
                <a:lnTo>
                  <a:pt x="687333" y="602991"/>
                </a:lnTo>
                <a:lnTo>
                  <a:pt x="693509" y="593847"/>
                </a:lnTo>
                <a:lnTo>
                  <a:pt x="638129" y="593847"/>
                </a:lnTo>
                <a:lnTo>
                  <a:pt x="626120" y="590799"/>
                </a:lnTo>
                <a:lnTo>
                  <a:pt x="614568" y="584703"/>
                </a:lnTo>
                <a:lnTo>
                  <a:pt x="606826" y="578607"/>
                </a:lnTo>
                <a:lnTo>
                  <a:pt x="602254" y="572511"/>
                </a:lnTo>
                <a:lnTo>
                  <a:pt x="599206" y="560319"/>
                </a:lnTo>
                <a:lnTo>
                  <a:pt x="600455" y="554223"/>
                </a:lnTo>
                <a:lnTo>
                  <a:pt x="604144" y="548127"/>
                </a:lnTo>
                <a:lnTo>
                  <a:pt x="606673" y="545079"/>
                </a:lnTo>
                <a:lnTo>
                  <a:pt x="609874" y="542031"/>
                </a:lnTo>
                <a:lnTo>
                  <a:pt x="613806" y="542031"/>
                </a:lnTo>
                <a:lnTo>
                  <a:pt x="617616" y="538983"/>
                </a:lnTo>
                <a:lnTo>
                  <a:pt x="669155" y="538983"/>
                </a:lnTo>
                <a:lnTo>
                  <a:pt x="655198" y="529839"/>
                </a:lnTo>
                <a:lnTo>
                  <a:pt x="646572" y="526791"/>
                </a:lnTo>
                <a:lnTo>
                  <a:pt x="639958" y="523743"/>
                </a:lnTo>
                <a:lnTo>
                  <a:pt x="635264" y="520695"/>
                </a:lnTo>
                <a:lnTo>
                  <a:pt x="628924" y="517647"/>
                </a:lnTo>
                <a:close/>
              </a:path>
              <a:path w="922654" h="777239">
                <a:moveTo>
                  <a:pt x="669155" y="538983"/>
                </a:moveTo>
                <a:lnTo>
                  <a:pt x="626409" y="538983"/>
                </a:lnTo>
                <a:lnTo>
                  <a:pt x="635203" y="542031"/>
                </a:lnTo>
                <a:lnTo>
                  <a:pt x="649882" y="551175"/>
                </a:lnTo>
                <a:lnTo>
                  <a:pt x="663318" y="557271"/>
                </a:lnTo>
                <a:lnTo>
                  <a:pt x="674828" y="560319"/>
                </a:lnTo>
                <a:lnTo>
                  <a:pt x="684397" y="563367"/>
                </a:lnTo>
                <a:lnTo>
                  <a:pt x="654679" y="593847"/>
                </a:lnTo>
                <a:lnTo>
                  <a:pt x="693509" y="593847"/>
                </a:lnTo>
                <a:lnTo>
                  <a:pt x="697626" y="587751"/>
                </a:lnTo>
                <a:lnTo>
                  <a:pt x="716676" y="563367"/>
                </a:lnTo>
                <a:lnTo>
                  <a:pt x="723016" y="554223"/>
                </a:lnTo>
                <a:lnTo>
                  <a:pt x="727069" y="548127"/>
                </a:lnTo>
                <a:lnTo>
                  <a:pt x="691273" y="548127"/>
                </a:lnTo>
                <a:lnTo>
                  <a:pt x="681182" y="542031"/>
                </a:lnTo>
                <a:lnTo>
                  <a:pt x="669155" y="538983"/>
                </a:lnTo>
                <a:close/>
              </a:path>
              <a:path w="922654" h="777239">
                <a:moveTo>
                  <a:pt x="819348" y="575559"/>
                </a:moveTo>
                <a:lnTo>
                  <a:pt x="790072" y="575559"/>
                </a:lnTo>
                <a:lnTo>
                  <a:pt x="810127" y="590799"/>
                </a:lnTo>
                <a:lnTo>
                  <a:pt x="819348" y="575559"/>
                </a:lnTo>
                <a:close/>
              </a:path>
              <a:path w="922654" h="777239">
                <a:moveTo>
                  <a:pt x="556958" y="517647"/>
                </a:moveTo>
                <a:lnTo>
                  <a:pt x="527578" y="517647"/>
                </a:lnTo>
                <a:lnTo>
                  <a:pt x="517032" y="532887"/>
                </a:lnTo>
                <a:lnTo>
                  <a:pt x="535442" y="548127"/>
                </a:lnTo>
                <a:lnTo>
                  <a:pt x="556958" y="517647"/>
                </a:lnTo>
                <a:close/>
              </a:path>
              <a:path w="922654" h="777239">
                <a:moveTo>
                  <a:pt x="708553" y="490215"/>
                </a:moveTo>
                <a:lnTo>
                  <a:pt x="667637" y="490215"/>
                </a:lnTo>
                <a:lnTo>
                  <a:pt x="677979" y="493263"/>
                </a:lnTo>
                <a:lnTo>
                  <a:pt x="691878" y="502407"/>
                </a:lnTo>
                <a:lnTo>
                  <a:pt x="701319" y="511551"/>
                </a:lnTo>
                <a:lnTo>
                  <a:pt x="706130" y="523743"/>
                </a:lnTo>
                <a:lnTo>
                  <a:pt x="707532" y="529839"/>
                </a:lnTo>
                <a:lnTo>
                  <a:pt x="705246" y="535935"/>
                </a:lnTo>
                <a:lnTo>
                  <a:pt x="699394" y="545079"/>
                </a:lnTo>
                <a:lnTo>
                  <a:pt x="697626" y="545079"/>
                </a:lnTo>
                <a:lnTo>
                  <a:pt x="691273" y="548127"/>
                </a:lnTo>
                <a:lnTo>
                  <a:pt x="727069" y="548127"/>
                </a:lnTo>
                <a:lnTo>
                  <a:pt x="728746" y="542031"/>
                </a:lnTo>
                <a:lnTo>
                  <a:pt x="731519" y="535935"/>
                </a:lnTo>
                <a:lnTo>
                  <a:pt x="732678" y="529839"/>
                </a:lnTo>
                <a:lnTo>
                  <a:pt x="732281" y="523743"/>
                </a:lnTo>
                <a:lnTo>
                  <a:pt x="731916" y="520695"/>
                </a:lnTo>
                <a:lnTo>
                  <a:pt x="729355" y="511551"/>
                </a:lnTo>
                <a:lnTo>
                  <a:pt x="723808" y="505455"/>
                </a:lnTo>
                <a:lnTo>
                  <a:pt x="717949" y="499359"/>
                </a:lnTo>
                <a:lnTo>
                  <a:pt x="708553" y="490215"/>
                </a:lnTo>
                <a:close/>
              </a:path>
              <a:path w="922654" h="777239">
                <a:moveTo>
                  <a:pt x="830579" y="517647"/>
                </a:moveTo>
                <a:lnTo>
                  <a:pt x="802142" y="517647"/>
                </a:lnTo>
                <a:lnTo>
                  <a:pt x="781324" y="545079"/>
                </a:lnTo>
                <a:lnTo>
                  <a:pt x="811651" y="545079"/>
                </a:lnTo>
                <a:lnTo>
                  <a:pt x="830579" y="517647"/>
                </a:lnTo>
                <a:close/>
              </a:path>
              <a:path w="922654" h="777239">
                <a:moveTo>
                  <a:pt x="536195" y="377439"/>
                </a:moveTo>
                <a:lnTo>
                  <a:pt x="525144" y="380487"/>
                </a:lnTo>
                <a:lnTo>
                  <a:pt x="513366" y="383535"/>
                </a:lnTo>
                <a:lnTo>
                  <a:pt x="500086" y="389631"/>
                </a:lnTo>
                <a:lnTo>
                  <a:pt x="473279" y="420111"/>
                </a:lnTo>
                <a:lnTo>
                  <a:pt x="457979" y="465831"/>
                </a:lnTo>
                <a:lnTo>
                  <a:pt x="459495" y="478023"/>
                </a:lnTo>
                <a:lnTo>
                  <a:pt x="492051" y="517647"/>
                </a:lnTo>
                <a:lnTo>
                  <a:pt x="503637" y="523743"/>
                </a:lnTo>
                <a:lnTo>
                  <a:pt x="515479" y="523743"/>
                </a:lnTo>
                <a:lnTo>
                  <a:pt x="527578" y="517647"/>
                </a:lnTo>
                <a:lnTo>
                  <a:pt x="556958" y="517647"/>
                </a:lnTo>
                <a:lnTo>
                  <a:pt x="565565" y="505455"/>
                </a:lnTo>
                <a:lnTo>
                  <a:pt x="513698" y="505455"/>
                </a:lnTo>
                <a:lnTo>
                  <a:pt x="502531" y="499359"/>
                </a:lnTo>
                <a:lnTo>
                  <a:pt x="489447" y="493263"/>
                </a:lnTo>
                <a:lnTo>
                  <a:pt x="483889" y="481071"/>
                </a:lnTo>
                <a:lnTo>
                  <a:pt x="481252" y="465831"/>
                </a:lnTo>
                <a:lnTo>
                  <a:pt x="483219" y="453639"/>
                </a:lnTo>
                <a:lnTo>
                  <a:pt x="509923" y="414015"/>
                </a:lnTo>
                <a:lnTo>
                  <a:pt x="529475" y="401823"/>
                </a:lnTo>
                <a:lnTo>
                  <a:pt x="582263" y="401823"/>
                </a:lnTo>
                <a:lnTo>
                  <a:pt x="574753" y="395727"/>
                </a:lnTo>
                <a:lnTo>
                  <a:pt x="561186" y="383535"/>
                </a:lnTo>
                <a:lnTo>
                  <a:pt x="549388" y="380487"/>
                </a:lnTo>
                <a:lnTo>
                  <a:pt x="536195" y="377439"/>
                </a:lnTo>
                <a:close/>
              </a:path>
              <a:path w="922654" h="777239">
                <a:moveTo>
                  <a:pt x="582263" y="401823"/>
                </a:moveTo>
                <a:lnTo>
                  <a:pt x="540371" y="401823"/>
                </a:lnTo>
                <a:lnTo>
                  <a:pt x="551657" y="404871"/>
                </a:lnTo>
                <a:lnTo>
                  <a:pt x="564413" y="410967"/>
                </a:lnTo>
                <a:lnTo>
                  <a:pt x="571282" y="423159"/>
                </a:lnTo>
                <a:lnTo>
                  <a:pt x="574217" y="435351"/>
                </a:lnTo>
                <a:lnTo>
                  <a:pt x="573537" y="444495"/>
                </a:lnTo>
                <a:lnTo>
                  <a:pt x="544966" y="493263"/>
                </a:lnTo>
                <a:lnTo>
                  <a:pt x="513698" y="505455"/>
                </a:lnTo>
                <a:lnTo>
                  <a:pt x="565565" y="505455"/>
                </a:lnTo>
                <a:lnTo>
                  <a:pt x="621508" y="426207"/>
                </a:lnTo>
                <a:lnTo>
                  <a:pt x="590159" y="426207"/>
                </a:lnTo>
                <a:lnTo>
                  <a:pt x="588267" y="417063"/>
                </a:lnTo>
                <a:lnTo>
                  <a:pt x="582263" y="401823"/>
                </a:lnTo>
                <a:close/>
              </a:path>
              <a:path w="922654" h="777239">
                <a:moveTo>
                  <a:pt x="670523" y="468879"/>
                </a:moveTo>
                <a:lnTo>
                  <a:pt x="645782" y="468879"/>
                </a:lnTo>
                <a:lnTo>
                  <a:pt x="634859" y="474975"/>
                </a:lnTo>
                <a:lnTo>
                  <a:pt x="623956" y="484119"/>
                </a:lnTo>
                <a:lnTo>
                  <a:pt x="643892" y="499359"/>
                </a:lnTo>
                <a:lnTo>
                  <a:pt x="654930" y="493263"/>
                </a:lnTo>
                <a:lnTo>
                  <a:pt x="667637" y="490215"/>
                </a:lnTo>
                <a:lnTo>
                  <a:pt x="708553" y="490215"/>
                </a:lnTo>
                <a:lnTo>
                  <a:pt x="693977" y="478023"/>
                </a:lnTo>
                <a:lnTo>
                  <a:pt x="682805" y="474975"/>
                </a:lnTo>
                <a:lnTo>
                  <a:pt x="670523" y="468879"/>
                </a:lnTo>
                <a:close/>
              </a:path>
              <a:path w="922654" h="777239">
                <a:moveTo>
                  <a:pt x="631819" y="371343"/>
                </a:moveTo>
                <a:lnTo>
                  <a:pt x="590159" y="426207"/>
                </a:lnTo>
                <a:lnTo>
                  <a:pt x="621508" y="426207"/>
                </a:lnTo>
                <a:lnTo>
                  <a:pt x="651631" y="383535"/>
                </a:lnTo>
                <a:lnTo>
                  <a:pt x="631819" y="371343"/>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751311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52965" y="616777"/>
            <a:ext cx="10058400" cy="584775"/>
          </a:xfrm>
          <a:prstGeom prst="rect">
            <a:avLst/>
          </a:prstGeom>
        </p:spPr>
        <p:txBody>
          <a:bodyPr vert="horz" wrap="square" lIns="0" tIns="0" rIns="0" bIns="0" rtlCol="0" anchor="b">
            <a:spAutoFit/>
          </a:bodyPr>
          <a:lstStyle/>
          <a:p>
            <a:pPr marL="12700">
              <a:lnSpc>
                <a:spcPct val="100000"/>
              </a:lnSpc>
            </a:pPr>
            <a:r>
              <a:rPr sz="3800" dirty="0">
                <a:latin typeface="Arial"/>
                <a:cs typeface="Arial"/>
              </a:rPr>
              <a:t>Pat</a:t>
            </a:r>
            <a:r>
              <a:rPr sz="3800" spc="-20" dirty="0">
                <a:latin typeface="Arial"/>
                <a:cs typeface="Arial"/>
              </a:rPr>
              <a:t>i</a:t>
            </a:r>
            <a:r>
              <a:rPr sz="3800" spc="-5" dirty="0">
                <a:latin typeface="Arial"/>
                <a:cs typeface="Arial"/>
              </a:rPr>
              <a:t>en</a:t>
            </a:r>
            <a:r>
              <a:rPr sz="3800" dirty="0">
                <a:latin typeface="Arial"/>
                <a:cs typeface="Arial"/>
              </a:rPr>
              <a:t>t</a:t>
            </a:r>
            <a:r>
              <a:rPr sz="3800" spc="105" dirty="0">
                <a:latin typeface="Times New Roman"/>
                <a:cs typeface="Times New Roman"/>
              </a:rPr>
              <a:t> </a:t>
            </a:r>
            <a:r>
              <a:rPr sz="3800" dirty="0">
                <a:latin typeface="Arial"/>
                <a:cs typeface="Arial"/>
              </a:rPr>
              <a:t>M</a:t>
            </a:r>
            <a:r>
              <a:rPr sz="3800" spc="-15" dirty="0">
                <a:latin typeface="Arial"/>
                <a:cs typeface="Arial"/>
              </a:rPr>
              <a:t>o</a:t>
            </a:r>
            <a:r>
              <a:rPr sz="3800" spc="-5" dirty="0">
                <a:latin typeface="Arial"/>
                <a:cs typeface="Arial"/>
              </a:rPr>
              <a:t>nit</a:t>
            </a:r>
            <a:r>
              <a:rPr sz="3800" spc="-15" dirty="0">
                <a:latin typeface="Arial"/>
                <a:cs typeface="Arial"/>
              </a:rPr>
              <a:t>o</a:t>
            </a:r>
            <a:r>
              <a:rPr sz="3800" dirty="0">
                <a:latin typeface="Arial"/>
                <a:cs typeface="Arial"/>
              </a:rPr>
              <a:t>ring</a:t>
            </a:r>
            <a:r>
              <a:rPr sz="3800" spc="105" dirty="0">
                <a:latin typeface="Times New Roman"/>
                <a:cs typeface="Times New Roman"/>
              </a:rPr>
              <a:t> </a:t>
            </a:r>
            <a:r>
              <a:rPr sz="3800" spc="-15" dirty="0">
                <a:latin typeface="Arial"/>
                <a:cs typeface="Arial"/>
              </a:rPr>
              <a:t>S</a:t>
            </a:r>
            <a:r>
              <a:rPr sz="3800" dirty="0">
                <a:latin typeface="Arial"/>
                <a:cs typeface="Arial"/>
              </a:rPr>
              <a:t>y</a:t>
            </a:r>
            <a:r>
              <a:rPr sz="3800" spc="5" dirty="0">
                <a:latin typeface="Arial"/>
                <a:cs typeface="Arial"/>
              </a:rPr>
              <a:t>s</a:t>
            </a:r>
            <a:r>
              <a:rPr sz="3800" dirty="0">
                <a:latin typeface="Arial"/>
                <a:cs typeface="Arial"/>
              </a:rPr>
              <a:t>tem</a:t>
            </a:r>
            <a:r>
              <a:rPr sz="3800" spc="70" dirty="0">
                <a:latin typeface="Times New Roman"/>
                <a:cs typeface="Times New Roman"/>
              </a:rPr>
              <a:t> </a:t>
            </a:r>
            <a:r>
              <a:rPr sz="3800" dirty="0">
                <a:latin typeface="Arial"/>
                <a:cs typeface="Arial"/>
              </a:rPr>
              <a:t>–</a:t>
            </a:r>
            <a:r>
              <a:rPr sz="3800" spc="-5" dirty="0">
                <a:latin typeface="Arial"/>
                <a:cs typeface="Arial"/>
              </a:rPr>
              <a:t> Leve</a:t>
            </a:r>
            <a:r>
              <a:rPr sz="3800" dirty="0">
                <a:latin typeface="Arial"/>
                <a:cs typeface="Arial"/>
              </a:rPr>
              <a:t>l</a:t>
            </a:r>
            <a:r>
              <a:rPr sz="3800" spc="105" dirty="0">
                <a:latin typeface="Times New Roman"/>
                <a:cs typeface="Times New Roman"/>
              </a:rPr>
              <a:t> </a:t>
            </a:r>
            <a:r>
              <a:rPr sz="3800" dirty="0">
                <a:latin typeface="Arial"/>
                <a:cs typeface="Arial"/>
              </a:rPr>
              <a:t>1</a:t>
            </a:r>
            <a:r>
              <a:rPr sz="3800" spc="80" dirty="0">
                <a:latin typeface="Times New Roman"/>
                <a:cs typeface="Times New Roman"/>
              </a:rPr>
              <a:t> </a:t>
            </a:r>
            <a:r>
              <a:rPr sz="3800" spc="-5" dirty="0">
                <a:latin typeface="Arial"/>
                <a:cs typeface="Arial"/>
              </a:rPr>
              <a:t>DFD</a:t>
            </a:r>
            <a:endParaRPr sz="3800" dirty="0">
              <a:latin typeface="Arial"/>
              <a:cs typeface="Arial"/>
            </a:endParaRPr>
          </a:p>
        </p:txBody>
      </p:sp>
      <p:sp>
        <p:nvSpPr>
          <p:cNvPr id="4" name="object 4"/>
          <p:cNvSpPr/>
          <p:nvPr/>
        </p:nvSpPr>
        <p:spPr>
          <a:xfrm>
            <a:off x="4624700" y="1986899"/>
            <a:ext cx="2110105" cy="955040"/>
          </a:xfrm>
          <a:custGeom>
            <a:avLst/>
            <a:gdLst/>
            <a:ahLst/>
            <a:cxnLst/>
            <a:rect l="l" t="t" r="r" b="b"/>
            <a:pathLst>
              <a:path w="2110104" h="955039">
                <a:moveTo>
                  <a:pt x="1950598" y="0"/>
                </a:moveTo>
                <a:lnTo>
                  <a:pt x="148501" y="349"/>
                </a:lnTo>
                <a:lnTo>
                  <a:pt x="106488" y="8918"/>
                </a:lnTo>
                <a:lnTo>
                  <a:pt x="69305" y="27768"/>
                </a:lnTo>
                <a:lnTo>
                  <a:pt x="38542" y="55309"/>
                </a:lnTo>
                <a:lnTo>
                  <a:pt x="15792" y="89948"/>
                </a:lnTo>
                <a:lnTo>
                  <a:pt x="2644" y="130096"/>
                </a:lnTo>
                <a:lnTo>
                  <a:pt x="0" y="159136"/>
                </a:lnTo>
                <a:lnTo>
                  <a:pt x="343" y="806070"/>
                </a:lnTo>
                <a:lnTo>
                  <a:pt x="8893" y="848102"/>
                </a:lnTo>
                <a:lnTo>
                  <a:pt x="27735" y="885284"/>
                </a:lnTo>
                <a:lnTo>
                  <a:pt x="55277" y="916033"/>
                </a:lnTo>
                <a:lnTo>
                  <a:pt x="89924" y="938766"/>
                </a:lnTo>
                <a:lnTo>
                  <a:pt x="130085" y="951900"/>
                </a:lnTo>
                <a:lnTo>
                  <a:pt x="159136" y="954542"/>
                </a:lnTo>
                <a:lnTo>
                  <a:pt x="1961041" y="954205"/>
                </a:lnTo>
                <a:lnTo>
                  <a:pt x="2003089" y="945690"/>
                </a:lnTo>
                <a:lnTo>
                  <a:pt x="2040293" y="926886"/>
                </a:lnTo>
                <a:lnTo>
                  <a:pt x="2071066" y="899379"/>
                </a:lnTo>
                <a:lnTo>
                  <a:pt x="2093820" y="864753"/>
                </a:lnTo>
                <a:lnTo>
                  <a:pt x="2106967" y="824593"/>
                </a:lnTo>
                <a:lnTo>
                  <a:pt x="2109612" y="795527"/>
                </a:lnTo>
                <a:lnTo>
                  <a:pt x="2109269" y="148596"/>
                </a:lnTo>
                <a:lnTo>
                  <a:pt x="2100732" y="106559"/>
                </a:lnTo>
                <a:lnTo>
                  <a:pt x="2081915" y="69353"/>
                </a:lnTo>
                <a:lnTo>
                  <a:pt x="2054404" y="38570"/>
                </a:lnTo>
                <a:lnTo>
                  <a:pt x="2019785" y="15804"/>
                </a:lnTo>
                <a:lnTo>
                  <a:pt x="1979644" y="2646"/>
                </a:lnTo>
                <a:lnTo>
                  <a:pt x="1950598" y="0"/>
                </a:lnTo>
                <a:close/>
              </a:path>
            </a:pathLst>
          </a:custGeom>
          <a:solidFill>
            <a:srgbClr val="00AF50"/>
          </a:solidFill>
        </p:spPr>
        <p:txBody>
          <a:bodyPr wrap="square" lIns="0" tIns="0" rIns="0" bIns="0" rtlCol="0"/>
          <a:lstStyle/>
          <a:p>
            <a:endParaRPr/>
          </a:p>
        </p:txBody>
      </p:sp>
      <p:sp>
        <p:nvSpPr>
          <p:cNvPr id="5" name="object 5"/>
          <p:cNvSpPr/>
          <p:nvPr/>
        </p:nvSpPr>
        <p:spPr>
          <a:xfrm>
            <a:off x="4624700" y="1986899"/>
            <a:ext cx="2110105" cy="955040"/>
          </a:xfrm>
          <a:custGeom>
            <a:avLst/>
            <a:gdLst/>
            <a:ahLst/>
            <a:cxnLst/>
            <a:rect l="l" t="t" r="r" b="b"/>
            <a:pathLst>
              <a:path w="2110104" h="955039">
                <a:moveTo>
                  <a:pt x="0" y="159136"/>
                </a:moveTo>
                <a:lnTo>
                  <a:pt x="5862" y="116200"/>
                </a:lnTo>
                <a:lnTo>
                  <a:pt x="22387" y="77711"/>
                </a:lnTo>
                <a:lnTo>
                  <a:pt x="47985" y="45261"/>
                </a:lnTo>
                <a:lnTo>
                  <a:pt x="81064" y="20441"/>
                </a:lnTo>
                <a:lnTo>
                  <a:pt x="120034" y="4841"/>
                </a:lnTo>
                <a:lnTo>
                  <a:pt x="1950598" y="0"/>
                </a:lnTo>
                <a:lnTo>
                  <a:pt x="1965310" y="671"/>
                </a:lnTo>
                <a:lnTo>
                  <a:pt x="2006940" y="10271"/>
                </a:lnTo>
                <a:lnTo>
                  <a:pt x="2043576" y="30012"/>
                </a:lnTo>
                <a:lnTo>
                  <a:pt x="2073633" y="58300"/>
                </a:lnTo>
                <a:lnTo>
                  <a:pt x="2095523" y="93542"/>
                </a:lnTo>
                <a:lnTo>
                  <a:pt x="2107663" y="134145"/>
                </a:lnTo>
                <a:lnTo>
                  <a:pt x="2109612" y="795527"/>
                </a:lnTo>
                <a:lnTo>
                  <a:pt x="2108941" y="810250"/>
                </a:lnTo>
                <a:lnTo>
                  <a:pt x="2099348" y="851903"/>
                </a:lnTo>
                <a:lnTo>
                  <a:pt x="2079620" y="888549"/>
                </a:lnTo>
                <a:lnTo>
                  <a:pt x="2051343" y="918606"/>
                </a:lnTo>
                <a:lnTo>
                  <a:pt x="2016107" y="940487"/>
                </a:lnTo>
                <a:lnTo>
                  <a:pt x="1975497" y="952608"/>
                </a:lnTo>
                <a:lnTo>
                  <a:pt x="159136" y="954542"/>
                </a:lnTo>
                <a:lnTo>
                  <a:pt x="144422" y="953872"/>
                </a:lnTo>
                <a:lnTo>
                  <a:pt x="102777" y="944289"/>
                </a:lnTo>
                <a:lnTo>
                  <a:pt x="66115" y="924580"/>
                </a:lnTo>
                <a:lnTo>
                  <a:pt x="36028" y="896327"/>
                </a:lnTo>
                <a:lnTo>
                  <a:pt x="14109" y="861113"/>
                </a:lnTo>
                <a:lnTo>
                  <a:pt x="1951" y="820522"/>
                </a:lnTo>
                <a:lnTo>
                  <a:pt x="0" y="159136"/>
                </a:lnTo>
                <a:close/>
              </a:path>
            </a:pathLst>
          </a:custGeom>
          <a:ln w="25399">
            <a:solidFill>
              <a:srgbClr val="000000"/>
            </a:solidFill>
          </a:ln>
        </p:spPr>
        <p:txBody>
          <a:bodyPr wrap="square" lIns="0" tIns="0" rIns="0" bIns="0" rtlCol="0"/>
          <a:lstStyle/>
          <a:p>
            <a:endParaRPr/>
          </a:p>
        </p:txBody>
      </p:sp>
      <p:sp>
        <p:nvSpPr>
          <p:cNvPr id="6" name="object 6"/>
          <p:cNvSpPr txBox="1"/>
          <p:nvPr/>
        </p:nvSpPr>
        <p:spPr>
          <a:xfrm>
            <a:off x="4835781" y="2083349"/>
            <a:ext cx="1686560" cy="861774"/>
          </a:xfrm>
          <a:prstGeom prst="rect">
            <a:avLst/>
          </a:prstGeom>
        </p:spPr>
        <p:txBody>
          <a:bodyPr vert="horz" wrap="square" lIns="0" tIns="0" rIns="0" bIns="0" rtlCol="0">
            <a:spAutoFit/>
          </a:bodyPr>
          <a:lstStyle/>
          <a:p>
            <a:pPr algn="ctr">
              <a:lnSpc>
                <a:spcPct val="100000"/>
              </a:lnSpc>
            </a:pPr>
            <a:r>
              <a:rPr sz="2800" spc="-25" dirty="0">
                <a:solidFill>
                  <a:srgbClr val="FFFFFF"/>
                </a:solidFill>
                <a:latin typeface="Arial"/>
                <a:cs typeface="Arial"/>
              </a:rPr>
              <a:t>L</a:t>
            </a:r>
            <a:r>
              <a:rPr sz="2800" spc="-15" dirty="0">
                <a:solidFill>
                  <a:srgbClr val="FFFFFF"/>
                </a:solidFill>
                <a:latin typeface="Arial"/>
                <a:cs typeface="Arial"/>
              </a:rPr>
              <a:t>oca</a:t>
            </a:r>
            <a:r>
              <a:rPr sz="2800" spc="-10" dirty="0">
                <a:solidFill>
                  <a:srgbClr val="FFFFFF"/>
                </a:solidFill>
                <a:latin typeface="Arial"/>
                <a:cs typeface="Arial"/>
              </a:rPr>
              <a:t>l</a:t>
            </a:r>
            <a:endParaRPr sz="2800">
              <a:latin typeface="Arial"/>
              <a:cs typeface="Arial"/>
            </a:endParaRPr>
          </a:p>
          <a:p>
            <a:pPr algn="ctr">
              <a:lnSpc>
                <a:spcPct val="100000"/>
              </a:lnSpc>
            </a:pPr>
            <a:r>
              <a:rPr sz="2800" spc="-20" dirty="0">
                <a:solidFill>
                  <a:srgbClr val="FFFFFF"/>
                </a:solidFill>
                <a:latin typeface="Arial"/>
                <a:cs typeface="Arial"/>
              </a:rPr>
              <a:t>Moni</a:t>
            </a:r>
            <a:r>
              <a:rPr sz="2800" spc="-5" dirty="0">
                <a:solidFill>
                  <a:srgbClr val="FFFFFF"/>
                </a:solidFill>
                <a:latin typeface="Arial"/>
                <a:cs typeface="Arial"/>
              </a:rPr>
              <a:t>t</a:t>
            </a:r>
            <a:r>
              <a:rPr sz="2800" spc="-20" dirty="0">
                <a:solidFill>
                  <a:srgbClr val="FFFFFF"/>
                </a:solidFill>
                <a:latin typeface="Arial"/>
                <a:cs typeface="Arial"/>
              </a:rPr>
              <a:t>or</a:t>
            </a:r>
            <a:r>
              <a:rPr sz="2800" spc="-5" dirty="0">
                <a:solidFill>
                  <a:srgbClr val="FFFFFF"/>
                </a:solidFill>
                <a:latin typeface="Arial"/>
                <a:cs typeface="Arial"/>
              </a:rPr>
              <a:t>i</a:t>
            </a:r>
            <a:r>
              <a:rPr sz="2800" spc="-25" dirty="0">
                <a:solidFill>
                  <a:srgbClr val="FFFFFF"/>
                </a:solidFill>
                <a:latin typeface="Arial"/>
                <a:cs typeface="Arial"/>
              </a:rPr>
              <a:t>ng</a:t>
            </a:r>
            <a:endParaRPr sz="2800">
              <a:latin typeface="Arial"/>
              <a:cs typeface="Arial"/>
            </a:endParaRPr>
          </a:p>
        </p:txBody>
      </p:sp>
      <p:sp>
        <p:nvSpPr>
          <p:cNvPr id="7" name="object 7"/>
          <p:cNvSpPr txBox="1"/>
          <p:nvPr/>
        </p:nvSpPr>
        <p:spPr>
          <a:xfrm>
            <a:off x="2038718" y="1353312"/>
            <a:ext cx="1143000" cy="338554"/>
          </a:xfrm>
          <a:prstGeom prst="rect">
            <a:avLst/>
          </a:prstGeom>
          <a:solidFill>
            <a:srgbClr val="FFFF00"/>
          </a:solidFill>
          <a:ln w="25399">
            <a:solidFill>
              <a:srgbClr val="385D89"/>
            </a:solidFill>
          </a:ln>
        </p:spPr>
        <p:txBody>
          <a:bodyPr vert="horz" wrap="square" lIns="0" tIns="0" rIns="0" bIns="0" rtlCol="0">
            <a:spAutoFit/>
          </a:bodyPr>
          <a:lstStyle/>
          <a:p>
            <a:pPr marL="92710"/>
            <a:r>
              <a:rPr sz="2200" b="1" spc="-15" dirty="0">
                <a:latin typeface="Arial"/>
                <a:cs typeface="Arial"/>
              </a:rPr>
              <a:t>Patient</a:t>
            </a:r>
            <a:endParaRPr sz="2200">
              <a:latin typeface="Arial"/>
              <a:cs typeface="Arial"/>
            </a:endParaRPr>
          </a:p>
        </p:txBody>
      </p:sp>
      <p:sp>
        <p:nvSpPr>
          <p:cNvPr id="8" name="object 8"/>
          <p:cNvSpPr/>
          <p:nvPr/>
        </p:nvSpPr>
        <p:spPr>
          <a:xfrm>
            <a:off x="2064651" y="3864352"/>
            <a:ext cx="1143000" cy="1219200"/>
          </a:xfrm>
          <a:custGeom>
            <a:avLst/>
            <a:gdLst/>
            <a:ahLst/>
            <a:cxnLst/>
            <a:rect l="l" t="t" r="r" b="b"/>
            <a:pathLst>
              <a:path w="1143000" h="1219200">
                <a:moveTo>
                  <a:pt x="0" y="1219199"/>
                </a:moveTo>
                <a:lnTo>
                  <a:pt x="1142999" y="1219199"/>
                </a:lnTo>
                <a:lnTo>
                  <a:pt x="1142999" y="0"/>
                </a:lnTo>
                <a:lnTo>
                  <a:pt x="0" y="0"/>
                </a:lnTo>
                <a:lnTo>
                  <a:pt x="0" y="1219199"/>
                </a:lnTo>
                <a:close/>
              </a:path>
            </a:pathLst>
          </a:custGeom>
          <a:solidFill>
            <a:srgbClr val="FFFF00"/>
          </a:solidFill>
        </p:spPr>
        <p:txBody>
          <a:bodyPr wrap="square" lIns="0" tIns="0" rIns="0" bIns="0" rtlCol="0"/>
          <a:lstStyle/>
          <a:p>
            <a:endParaRPr/>
          </a:p>
        </p:txBody>
      </p:sp>
      <p:sp>
        <p:nvSpPr>
          <p:cNvPr id="9" name="object 9"/>
          <p:cNvSpPr/>
          <p:nvPr/>
        </p:nvSpPr>
        <p:spPr>
          <a:xfrm>
            <a:off x="2064651" y="3864352"/>
            <a:ext cx="1143000" cy="1219200"/>
          </a:xfrm>
          <a:custGeom>
            <a:avLst/>
            <a:gdLst/>
            <a:ahLst/>
            <a:cxnLst/>
            <a:rect l="l" t="t" r="r" b="b"/>
            <a:pathLst>
              <a:path w="1143000" h="1219200">
                <a:moveTo>
                  <a:pt x="0" y="1219199"/>
                </a:moveTo>
                <a:lnTo>
                  <a:pt x="1142999" y="1219199"/>
                </a:lnTo>
                <a:lnTo>
                  <a:pt x="1142999" y="0"/>
                </a:lnTo>
                <a:lnTo>
                  <a:pt x="0" y="0"/>
                </a:lnTo>
                <a:lnTo>
                  <a:pt x="0" y="1219199"/>
                </a:lnTo>
                <a:close/>
              </a:path>
            </a:pathLst>
          </a:custGeom>
          <a:ln w="25399">
            <a:solidFill>
              <a:srgbClr val="385D89"/>
            </a:solidFill>
          </a:ln>
        </p:spPr>
        <p:txBody>
          <a:bodyPr wrap="square" lIns="0" tIns="0" rIns="0" bIns="0" rtlCol="0"/>
          <a:lstStyle/>
          <a:p>
            <a:endParaRPr/>
          </a:p>
        </p:txBody>
      </p:sp>
      <p:sp>
        <p:nvSpPr>
          <p:cNvPr id="10" name="object 10"/>
          <p:cNvSpPr txBox="1"/>
          <p:nvPr/>
        </p:nvSpPr>
        <p:spPr>
          <a:xfrm>
            <a:off x="2227891" y="4339657"/>
            <a:ext cx="815975" cy="338554"/>
          </a:xfrm>
          <a:prstGeom prst="rect">
            <a:avLst/>
          </a:prstGeom>
        </p:spPr>
        <p:txBody>
          <a:bodyPr vert="horz" wrap="square" lIns="0" tIns="0" rIns="0" bIns="0" rtlCol="0">
            <a:spAutoFit/>
          </a:bodyPr>
          <a:lstStyle/>
          <a:p>
            <a:pPr marL="12700"/>
            <a:r>
              <a:rPr sz="2200" b="1" spc="-20" dirty="0">
                <a:latin typeface="Arial"/>
                <a:cs typeface="Arial"/>
              </a:rPr>
              <a:t>Nurse</a:t>
            </a:r>
            <a:endParaRPr sz="2200">
              <a:latin typeface="Arial"/>
              <a:cs typeface="Arial"/>
            </a:endParaRPr>
          </a:p>
        </p:txBody>
      </p:sp>
      <p:sp>
        <p:nvSpPr>
          <p:cNvPr id="11" name="object 11"/>
          <p:cNvSpPr/>
          <p:nvPr/>
        </p:nvSpPr>
        <p:spPr>
          <a:xfrm>
            <a:off x="7962900" y="5341821"/>
            <a:ext cx="707390" cy="728980"/>
          </a:xfrm>
          <a:custGeom>
            <a:avLst/>
            <a:gdLst/>
            <a:ahLst/>
            <a:cxnLst/>
            <a:rect l="l" t="t" r="r" b="b"/>
            <a:pathLst>
              <a:path w="707390" h="728979">
                <a:moveTo>
                  <a:pt x="0" y="728471"/>
                </a:moveTo>
                <a:lnTo>
                  <a:pt x="707218" y="728471"/>
                </a:lnTo>
                <a:lnTo>
                  <a:pt x="707218" y="0"/>
                </a:lnTo>
                <a:lnTo>
                  <a:pt x="0" y="0"/>
                </a:lnTo>
                <a:lnTo>
                  <a:pt x="0" y="728471"/>
                </a:lnTo>
                <a:close/>
              </a:path>
            </a:pathLst>
          </a:custGeom>
          <a:solidFill>
            <a:srgbClr val="7F007F"/>
          </a:solidFill>
        </p:spPr>
        <p:txBody>
          <a:bodyPr wrap="square" lIns="0" tIns="0" rIns="0" bIns="0" rtlCol="0"/>
          <a:lstStyle/>
          <a:p>
            <a:endParaRPr/>
          </a:p>
        </p:txBody>
      </p:sp>
      <p:sp>
        <p:nvSpPr>
          <p:cNvPr id="12" name="object 12"/>
          <p:cNvSpPr/>
          <p:nvPr/>
        </p:nvSpPr>
        <p:spPr>
          <a:xfrm>
            <a:off x="7962900" y="5341821"/>
            <a:ext cx="707390" cy="728980"/>
          </a:xfrm>
          <a:custGeom>
            <a:avLst/>
            <a:gdLst/>
            <a:ahLst/>
            <a:cxnLst/>
            <a:rect l="l" t="t" r="r" b="b"/>
            <a:pathLst>
              <a:path w="707390" h="728979">
                <a:moveTo>
                  <a:pt x="0" y="728471"/>
                </a:moveTo>
                <a:lnTo>
                  <a:pt x="707218" y="728471"/>
                </a:lnTo>
                <a:lnTo>
                  <a:pt x="707218" y="0"/>
                </a:lnTo>
                <a:lnTo>
                  <a:pt x="0" y="0"/>
                </a:lnTo>
                <a:lnTo>
                  <a:pt x="0" y="728471"/>
                </a:lnTo>
                <a:close/>
              </a:path>
            </a:pathLst>
          </a:custGeom>
          <a:ln w="31750">
            <a:solidFill>
              <a:srgbClr val="000000"/>
            </a:solidFill>
          </a:ln>
        </p:spPr>
        <p:txBody>
          <a:bodyPr wrap="square" lIns="0" tIns="0" rIns="0" bIns="0" rtlCol="0"/>
          <a:lstStyle/>
          <a:p>
            <a:endParaRPr/>
          </a:p>
        </p:txBody>
      </p:sp>
      <p:sp>
        <p:nvSpPr>
          <p:cNvPr id="13" name="object 13"/>
          <p:cNvSpPr/>
          <p:nvPr/>
        </p:nvSpPr>
        <p:spPr>
          <a:xfrm>
            <a:off x="8670158" y="5341821"/>
            <a:ext cx="1807845" cy="728980"/>
          </a:xfrm>
          <a:custGeom>
            <a:avLst/>
            <a:gdLst/>
            <a:ahLst/>
            <a:cxnLst/>
            <a:rect l="l" t="t" r="r" b="b"/>
            <a:pathLst>
              <a:path w="1807845" h="728979">
                <a:moveTo>
                  <a:pt x="0" y="728471"/>
                </a:moveTo>
                <a:lnTo>
                  <a:pt x="1807332" y="728471"/>
                </a:lnTo>
                <a:lnTo>
                  <a:pt x="1807332" y="0"/>
                </a:lnTo>
                <a:lnTo>
                  <a:pt x="0" y="0"/>
                </a:lnTo>
                <a:lnTo>
                  <a:pt x="0" y="728471"/>
                </a:lnTo>
                <a:close/>
              </a:path>
            </a:pathLst>
          </a:custGeom>
          <a:solidFill>
            <a:srgbClr val="FFFFFF"/>
          </a:solidFill>
        </p:spPr>
        <p:txBody>
          <a:bodyPr wrap="square" lIns="0" tIns="0" rIns="0" bIns="0" rtlCol="0"/>
          <a:lstStyle/>
          <a:p>
            <a:endParaRPr/>
          </a:p>
        </p:txBody>
      </p:sp>
      <p:sp>
        <p:nvSpPr>
          <p:cNvPr id="14" name="object 14"/>
          <p:cNvSpPr/>
          <p:nvPr/>
        </p:nvSpPr>
        <p:spPr>
          <a:xfrm>
            <a:off x="8670158" y="5341821"/>
            <a:ext cx="1807845" cy="728980"/>
          </a:xfrm>
          <a:custGeom>
            <a:avLst/>
            <a:gdLst/>
            <a:ahLst/>
            <a:cxnLst/>
            <a:rect l="l" t="t" r="r" b="b"/>
            <a:pathLst>
              <a:path w="1807845" h="728979">
                <a:moveTo>
                  <a:pt x="0" y="728471"/>
                </a:moveTo>
                <a:lnTo>
                  <a:pt x="1807332" y="728471"/>
                </a:lnTo>
                <a:lnTo>
                  <a:pt x="1807332" y="0"/>
                </a:lnTo>
                <a:lnTo>
                  <a:pt x="0" y="0"/>
                </a:lnTo>
                <a:lnTo>
                  <a:pt x="0" y="728471"/>
                </a:lnTo>
                <a:close/>
              </a:path>
            </a:pathLst>
          </a:custGeom>
          <a:ln w="31750">
            <a:solidFill>
              <a:srgbClr val="000000"/>
            </a:solidFill>
          </a:ln>
        </p:spPr>
        <p:txBody>
          <a:bodyPr wrap="square" lIns="0" tIns="0" rIns="0" bIns="0" rtlCol="0"/>
          <a:lstStyle/>
          <a:p>
            <a:endParaRPr/>
          </a:p>
        </p:txBody>
      </p:sp>
      <p:sp>
        <p:nvSpPr>
          <p:cNvPr id="15" name="object 15"/>
          <p:cNvSpPr txBox="1"/>
          <p:nvPr/>
        </p:nvSpPr>
        <p:spPr>
          <a:xfrm>
            <a:off x="8800343" y="5572010"/>
            <a:ext cx="1548130" cy="338554"/>
          </a:xfrm>
          <a:prstGeom prst="rect">
            <a:avLst/>
          </a:prstGeom>
        </p:spPr>
        <p:txBody>
          <a:bodyPr vert="horz" wrap="square" lIns="0" tIns="0" rIns="0" bIns="0" rtlCol="0">
            <a:spAutoFit/>
          </a:bodyPr>
          <a:lstStyle/>
          <a:p>
            <a:pPr marL="12700"/>
            <a:r>
              <a:rPr sz="2200" b="1" spc="-15" dirty="0">
                <a:latin typeface="Arial"/>
                <a:cs typeface="Arial"/>
              </a:rPr>
              <a:t>Patient</a:t>
            </a:r>
            <a:r>
              <a:rPr sz="2200" b="1" spc="85" dirty="0">
                <a:latin typeface="Times New Roman"/>
                <a:cs typeface="Times New Roman"/>
              </a:rPr>
              <a:t> </a:t>
            </a:r>
            <a:r>
              <a:rPr sz="2200" b="1" spc="-15" dirty="0">
                <a:latin typeface="Arial"/>
                <a:cs typeface="Arial"/>
              </a:rPr>
              <a:t>Log</a:t>
            </a:r>
            <a:endParaRPr sz="2200">
              <a:latin typeface="Arial"/>
              <a:cs typeface="Arial"/>
            </a:endParaRPr>
          </a:p>
        </p:txBody>
      </p:sp>
      <p:sp>
        <p:nvSpPr>
          <p:cNvPr id="16" name="object 16"/>
          <p:cNvSpPr/>
          <p:nvPr/>
        </p:nvSpPr>
        <p:spPr>
          <a:xfrm>
            <a:off x="3175504" y="1944867"/>
            <a:ext cx="1449705" cy="547370"/>
          </a:xfrm>
          <a:custGeom>
            <a:avLst/>
            <a:gdLst/>
            <a:ahLst/>
            <a:cxnLst/>
            <a:rect l="l" t="t" r="r" b="b"/>
            <a:pathLst>
              <a:path w="1449705" h="547369">
                <a:moveTo>
                  <a:pt x="1263014" y="474830"/>
                </a:moveTo>
                <a:lnTo>
                  <a:pt x="1238000" y="546872"/>
                </a:lnTo>
                <a:lnTo>
                  <a:pt x="1449195" y="519318"/>
                </a:lnTo>
                <a:lnTo>
                  <a:pt x="1411899" y="481096"/>
                </a:lnTo>
                <a:lnTo>
                  <a:pt x="1281053" y="481096"/>
                </a:lnTo>
                <a:lnTo>
                  <a:pt x="1263014" y="474830"/>
                </a:lnTo>
                <a:close/>
              </a:path>
              <a:path w="1449705" h="547369">
                <a:moveTo>
                  <a:pt x="1275498" y="438876"/>
                </a:moveTo>
                <a:lnTo>
                  <a:pt x="1263014" y="474830"/>
                </a:lnTo>
                <a:lnTo>
                  <a:pt x="1281053" y="481096"/>
                </a:lnTo>
                <a:lnTo>
                  <a:pt x="1293494" y="445129"/>
                </a:lnTo>
                <a:lnTo>
                  <a:pt x="1275498" y="438876"/>
                </a:lnTo>
                <a:close/>
              </a:path>
              <a:path w="1449705" h="547369">
                <a:moveTo>
                  <a:pt x="1300484" y="366918"/>
                </a:moveTo>
                <a:lnTo>
                  <a:pt x="1275498" y="438876"/>
                </a:lnTo>
                <a:lnTo>
                  <a:pt x="1293494" y="445129"/>
                </a:lnTo>
                <a:lnTo>
                  <a:pt x="1281053" y="481096"/>
                </a:lnTo>
                <a:lnTo>
                  <a:pt x="1411899" y="481096"/>
                </a:lnTo>
                <a:lnTo>
                  <a:pt x="1300484" y="366918"/>
                </a:lnTo>
                <a:close/>
              </a:path>
              <a:path w="1449705" h="547369">
                <a:moveTo>
                  <a:pt x="12454" y="0"/>
                </a:moveTo>
                <a:lnTo>
                  <a:pt x="0" y="36088"/>
                </a:lnTo>
                <a:lnTo>
                  <a:pt x="1263014" y="474830"/>
                </a:lnTo>
                <a:lnTo>
                  <a:pt x="1275498" y="438876"/>
                </a:lnTo>
                <a:lnTo>
                  <a:pt x="12454" y="0"/>
                </a:lnTo>
                <a:close/>
              </a:path>
            </a:pathLst>
          </a:custGeom>
          <a:solidFill>
            <a:srgbClr val="000000"/>
          </a:solidFill>
        </p:spPr>
        <p:txBody>
          <a:bodyPr wrap="square" lIns="0" tIns="0" rIns="0" bIns="0" rtlCol="0"/>
          <a:lstStyle/>
          <a:p>
            <a:endParaRPr/>
          </a:p>
        </p:txBody>
      </p:sp>
      <p:sp>
        <p:nvSpPr>
          <p:cNvPr id="17" name="object 17"/>
          <p:cNvSpPr/>
          <p:nvPr/>
        </p:nvSpPr>
        <p:spPr>
          <a:xfrm>
            <a:off x="3414273" y="1530219"/>
            <a:ext cx="1146175" cy="605155"/>
          </a:xfrm>
          <a:custGeom>
            <a:avLst/>
            <a:gdLst/>
            <a:ahLst/>
            <a:cxnLst/>
            <a:rect l="l" t="t" r="r" b="b"/>
            <a:pathLst>
              <a:path w="1146175" h="605155">
                <a:moveTo>
                  <a:pt x="464057" y="168523"/>
                </a:moveTo>
                <a:lnTo>
                  <a:pt x="395858" y="356250"/>
                </a:lnTo>
                <a:lnTo>
                  <a:pt x="418837" y="364632"/>
                </a:lnTo>
                <a:lnTo>
                  <a:pt x="487036" y="176905"/>
                </a:lnTo>
                <a:lnTo>
                  <a:pt x="464057" y="168523"/>
                </a:lnTo>
                <a:close/>
              </a:path>
              <a:path w="1146175" h="605155">
                <a:moveTo>
                  <a:pt x="370026" y="318759"/>
                </a:moveTo>
                <a:lnTo>
                  <a:pt x="345054" y="318759"/>
                </a:lnTo>
                <a:lnTo>
                  <a:pt x="343399" y="325495"/>
                </a:lnTo>
                <a:lnTo>
                  <a:pt x="342899" y="331591"/>
                </a:lnTo>
                <a:lnTo>
                  <a:pt x="343530" y="337200"/>
                </a:lnTo>
                <a:lnTo>
                  <a:pt x="367664" y="345947"/>
                </a:lnTo>
                <a:lnTo>
                  <a:pt x="366640" y="339730"/>
                </a:lnTo>
                <a:lnTo>
                  <a:pt x="366640" y="333634"/>
                </a:lnTo>
                <a:lnTo>
                  <a:pt x="368214" y="325072"/>
                </a:lnTo>
                <a:lnTo>
                  <a:pt x="370026" y="318759"/>
                </a:lnTo>
                <a:close/>
              </a:path>
              <a:path w="1146175" h="605155">
                <a:moveTo>
                  <a:pt x="295905" y="237103"/>
                </a:moveTo>
                <a:lnTo>
                  <a:pt x="257936" y="258074"/>
                </a:lnTo>
                <a:lnTo>
                  <a:pt x="252971" y="276275"/>
                </a:lnTo>
                <a:lnTo>
                  <a:pt x="254341" y="287997"/>
                </a:lnTo>
                <a:lnTo>
                  <a:pt x="293685" y="322339"/>
                </a:lnTo>
                <a:lnTo>
                  <a:pt x="319754" y="324991"/>
                </a:lnTo>
                <a:lnTo>
                  <a:pt x="331852" y="322909"/>
                </a:lnTo>
                <a:lnTo>
                  <a:pt x="345054" y="318759"/>
                </a:lnTo>
                <a:lnTo>
                  <a:pt x="370026" y="318759"/>
                </a:lnTo>
                <a:lnTo>
                  <a:pt x="370767" y="316182"/>
                </a:lnTo>
                <a:lnTo>
                  <a:pt x="373642" y="307480"/>
                </a:lnTo>
                <a:lnTo>
                  <a:pt x="312495" y="307480"/>
                </a:lnTo>
                <a:lnTo>
                  <a:pt x="299846" y="304434"/>
                </a:lnTo>
                <a:lnTo>
                  <a:pt x="290821" y="301111"/>
                </a:lnTo>
                <a:lnTo>
                  <a:pt x="284856" y="296661"/>
                </a:lnTo>
                <a:lnTo>
                  <a:pt x="281677" y="290840"/>
                </a:lnTo>
                <a:lnTo>
                  <a:pt x="278510" y="285109"/>
                </a:lnTo>
                <a:lnTo>
                  <a:pt x="277998" y="279135"/>
                </a:lnTo>
                <a:lnTo>
                  <a:pt x="280284" y="272917"/>
                </a:lnTo>
                <a:lnTo>
                  <a:pt x="281677" y="268985"/>
                </a:lnTo>
                <a:lnTo>
                  <a:pt x="299537" y="258942"/>
                </a:lnTo>
                <a:lnTo>
                  <a:pt x="390976" y="258942"/>
                </a:lnTo>
                <a:lnTo>
                  <a:pt x="392167" y="255666"/>
                </a:lnTo>
                <a:lnTo>
                  <a:pt x="394792" y="248341"/>
                </a:lnTo>
                <a:lnTo>
                  <a:pt x="363771" y="248341"/>
                </a:lnTo>
                <a:lnTo>
                  <a:pt x="352943" y="247161"/>
                </a:lnTo>
                <a:lnTo>
                  <a:pt x="339796" y="244904"/>
                </a:lnTo>
                <a:lnTo>
                  <a:pt x="324349" y="241553"/>
                </a:lnTo>
                <a:lnTo>
                  <a:pt x="314824" y="239389"/>
                </a:lnTo>
                <a:lnTo>
                  <a:pt x="307585" y="238140"/>
                </a:lnTo>
                <a:lnTo>
                  <a:pt x="302632" y="237622"/>
                </a:lnTo>
                <a:lnTo>
                  <a:pt x="295905" y="237103"/>
                </a:lnTo>
                <a:close/>
              </a:path>
              <a:path w="1146175" h="605155">
                <a:moveTo>
                  <a:pt x="390976" y="258942"/>
                </a:moveTo>
                <a:lnTo>
                  <a:pt x="299537" y="258942"/>
                </a:lnTo>
                <a:lnTo>
                  <a:pt x="308861" y="259577"/>
                </a:lnTo>
                <a:lnTo>
                  <a:pt x="339470" y="265000"/>
                </a:lnTo>
                <a:lnTo>
                  <a:pt x="351766" y="266449"/>
                </a:lnTo>
                <a:lnTo>
                  <a:pt x="361818" y="266699"/>
                </a:lnTo>
                <a:lnTo>
                  <a:pt x="355091" y="285231"/>
                </a:lnTo>
                <a:lnTo>
                  <a:pt x="312495" y="307480"/>
                </a:lnTo>
                <a:lnTo>
                  <a:pt x="373642" y="307480"/>
                </a:lnTo>
                <a:lnTo>
                  <a:pt x="375028" y="303288"/>
                </a:lnTo>
                <a:lnTo>
                  <a:pt x="380999" y="286390"/>
                </a:lnTo>
                <a:lnTo>
                  <a:pt x="390976" y="258942"/>
                </a:lnTo>
                <a:close/>
              </a:path>
              <a:path w="1146175" h="605155">
                <a:moveTo>
                  <a:pt x="213859" y="136276"/>
                </a:moveTo>
                <a:lnTo>
                  <a:pt x="207382" y="154167"/>
                </a:lnTo>
                <a:lnTo>
                  <a:pt x="224277" y="160263"/>
                </a:lnTo>
                <a:lnTo>
                  <a:pt x="194014" y="243729"/>
                </a:lnTo>
                <a:lnTo>
                  <a:pt x="189910" y="257735"/>
                </a:lnTo>
                <a:lnTo>
                  <a:pt x="188874" y="266449"/>
                </a:lnTo>
                <a:lnTo>
                  <a:pt x="188870" y="267218"/>
                </a:lnTo>
                <a:lnTo>
                  <a:pt x="189094" y="271790"/>
                </a:lnTo>
                <a:lnTo>
                  <a:pt x="223896" y="295015"/>
                </a:lnTo>
                <a:lnTo>
                  <a:pt x="230885" y="296052"/>
                </a:lnTo>
                <a:lnTo>
                  <a:pt x="234945" y="274441"/>
                </a:lnTo>
                <a:lnTo>
                  <a:pt x="230623" y="273557"/>
                </a:lnTo>
                <a:lnTo>
                  <a:pt x="227075" y="272674"/>
                </a:lnTo>
                <a:lnTo>
                  <a:pt x="224527" y="271668"/>
                </a:lnTo>
                <a:lnTo>
                  <a:pt x="221098" y="270509"/>
                </a:lnTo>
                <a:lnTo>
                  <a:pt x="218693" y="268985"/>
                </a:lnTo>
                <a:lnTo>
                  <a:pt x="217288" y="267218"/>
                </a:lnTo>
                <a:lnTo>
                  <a:pt x="215895" y="265419"/>
                </a:lnTo>
                <a:lnTo>
                  <a:pt x="215002" y="263408"/>
                </a:lnTo>
                <a:lnTo>
                  <a:pt x="214883" y="261244"/>
                </a:lnTo>
                <a:lnTo>
                  <a:pt x="214752" y="259079"/>
                </a:lnTo>
                <a:lnTo>
                  <a:pt x="215895" y="254751"/>
                </a:lnTo>
                <a:lnTo>
                  <a:pt x="218312" y="248168"/>
                </a:lnTo>
                <a:lnTo>
                  <a:pt x="247137" y="168645"/>
                </a:lnTo>
                <a:lnTo>
                  <a:pt x="273413" y="168645"/>
                </a:lnTo>
                <a:lnTo>
                  <a:pt x="276855" y="159136"/>
                </a:lnTo>
                <a:lnTo>
                  <a:pt x="253745" y="150754"/>
                </a:lnTo>
                <a:lnTo>
                  <a:pt x="256793" y="142372"/>
                </a:lnTo>
                <a:lnTo>
                  <a:pt x="230754" y="142372"/>
                </a:lnTo>
                <a:lnTo>
                  <a:pt x="213859" y="136276"/>
                </a:lnTo>
                <a:close/>
              </a:path>
              <a:path w="1146175" h="605155">
                <a:moveTo>
                  <a:pt x="168020" y="119633"/>
                </a:moveTo>
                <a:lnTo>
                  <a:pt x="118609" y="255513"/>
                </a:lnTo>
                <a:lnTo>
                  <a:pt x="141600" y="263895"/>
                </a:lnTo>
                <a:lnTo>
                  <a:pt x="190999" y="127894"/>
                </a:lnTo>
                <a:lnTo>
                  <a:pt x="168020" y="119633"/>
                </a:lnTo>
                <a:close/>
              </a:path>
              <a:path w="1146175" h="605155">
                <a:moveTo>
                  <a:pt x="384587" y="199268"/>
                </a:moveTo>
                <a:lnTo>
                  <a:pt x="325963" y="199268"/>
                </a:lnTo>
                <a:lnTo>
                  <a:pt x="336763" y="200090"/>
                </a:lnTo>
                <a:lnTo>
                  <a:pt x="352223" y="204771"/>
                </a:lnTo>
                <a:lnTo>
                  <a:pt x="363966" y="211718"/>
                </a:lnTo>
                <a:lnTo>
                  <a:pt x="371343" y="220461"/>
                </a:lnTo>
                <a:lnTo>
                  <a:pt x="374260" y="225795"/>
                </a:lnTo>
                <a:lnTo>
                  <a:pt x="374141" y="233293"/>
                </a:lnTo>
                <a:lnTo>
                  <a:pt x="370712" y="242559"/>
                </a:lnTo>
                <a:lnTo>
                  <a:pt x="370331" y="243474"/>
                </a:lnTo>
                <a:lnTo>
                  <a:pt x="369569" y="245485"/>
                </a:lnTo>
                <a:lnTo>
                  <a:pt x="363771" y="248341"/>
                </a:lnTo>
                <a:lnTo>
                  <a:pt x="394792" y="248341"/>
                </a:lnTo>
                <a:lnTo>
                  <a:pt x="395858" y="245363"/>
                </a:lnTo>
                <a:lnTo>
                  <a:pt x="398144" y="238140"/>
                </a:lnTo>
                <a:lnTo>
                  <a:pt x="398775" y="233933"/>
                </a:lnTo>
                <a:lnTo>
                  <a:pt x="399668" y="227197"/>
                </a:lnTo>
                <a:lnTo>
                  <a:pt x="399156" y="221101"/>
                </a:lnTo>
                <a:lnTo>
                  <a:pt x="397251" y="215645"/>
                </a:lnTo>
                <a:lnTo>
                  <a:pt x="395346" y="210311"/>
                </a:lnTo>
                <a:lnTo>
                  <a:pt x="391286" y="204977"/>
                </a:lnTo>
                <a:lnTo>
                  <a:pt x="384587" y="199268"/>
                </a:lnTo>
                <a:close/>
              </a:path>
              <a:path w="1146175" h="605155">
                <a:moveTo>
                  <a:pt x="0" y="0"/>
                </a:moveTo>
                <a:lnTo>
                  <a:pt x="4571" y="214121"/>
                </a:lnTo>
                <a:lnTo>
                  <a:pt x="30098" y="223387"/>
                </a:lnTo>
                <a:lnTo>
                  <a:pt x="59703" y="189722"/>
                </a:lnTo>
                <a:lnTo>
                  <a:pt x="25422" y="189722"/>
                </a:lnTo>
                <a:lnTo>
                  <a:pt x="25960" y="177139"/>
                </a:lnTo>
                <a:lnTo>
                  <a:pt x="26157" y="163829"/>
                </a:lnTo>
                <a:lnTo>
                  <a:pt x="26919" y="9784"/>
                </a:lnTo>
                <a:lnTo>
                  <a:pt x="0" y="0"/>
                </a:lnTo>
                <a:close/>
              </a:path>
              <a:path w="1146175" h="605155">
                <a:moveTo>
                  <a:pt x="323316" y="178862"/>
                </a:moveTo>
                <a:lnTo>
                  <a:pt x="310569" y="180756"/>
                </a:lnTo>
                <a:lnTo>
                  <a:pt x="299040" y="186001"/>
                </a:lnTo>
                <a:lnTo>
                  <a:pt x="289944" y="193887"/>
                </a:lnTo>
                <a:lnTo>
                  <a:pt x="281677" y="204856"/>
                </a:lnTo>
                <a:lnTo>
                  <a:pt x="305003" y="213435"/>
                </a:lnTo>
                <a:lnTo>
                  <a:pt x="313948" y="204530"/>
                </a:lnTo>
                <a:lnTo>
                  <a:pt x="325963" y="199268"/>
                </a:lnTo>
                <a:lnTo>
                  <a:pt x="384587" y="199268"/>
                </a:lnTo>
                <a:lnTo>
                  <a:pt x="383839" y="198630"/>
                </a:lnTo>
                <a:lnTo>
                  <a:pt x="376322" y="193645"/>
                </a:lnTo>
                <a:lnTo>
                  <a:pt x="365121" y="188344"/>
                </a:lnTo>
                <a:lnTo>
                  <a:pt x="348410" y="182091"/>
                </a:lnTo>
                <a:lnTo>
                  <a:pt x="336110" y="179658"/>
                </a:lnTo>
                <a:lnTo>
                  <a:pt x="323316" y="178862"/>
                </a:lnTo>
                <a:close/>
              </a:path>
              <a:path w="1146175" h="605155">
                <a:moveTo>
                  <a:pt x="146303" y="53218"/>
                </a:moveTo>
                <a:lnTo>
                  <a:pt x="44139" y="173412"/>
                </a:lnTo>
                <a:lnTo>
                  <a:pt x="34316" y="184334"/>
                </a:lnTo>
                <a:lnTo>
                  <a:pt x="25422" y="189722"/>
                </a:lnTo>
                <a:lnTo>
                  <a:pt x="59703" y="189722"/>
                </a:lnTo>
                <a:lnTo>
                  <a:pt x="171699" y="62362"/>
                </a:lnTo>
                <a:lnTo>
                  <a:pt x="146303" y="53218"/>
                </a:lnTo>
                <a:close/>
              </a:path>
              <a:path w="1146175" h="605155">
                <a:moveTo>
                  <a:pt x="273413" y="168645"/>
                </a:moveTo>
                <a:lnTo>
                  <a:pt x="247137" y="168645"/>
                </a:lnTo>
                <a:lnTo>
                  <a:pt x="270378" y="177027"/>
                </a:lnTo>
                <a:lnTo>
                  <a:pt x="273413" y="168645"/>
                </a:lnTo>
                <a:close/>
              </a:path>
              <a:path w="1146175" h="605155">
                <a:moveTo>
                  <a:pt x="271009" y="103266"/>
                </a:moveTo>
                <a:lnTo>
                  <a:pt x="243077" y="108722"/>
                </a:lnTo>
                <a:lnTo>
                  <a:pt x="230754" y="142372"/>
                </a:lnTo>
                <a:lnTo>
                  <a:pt x="256793" y="142372"/>
                </a:lnTo>
                <a:lnTo>
                  <a:pt x="271009" y="103266"/>
                </a:lnTo>
                <a:close/>
              </a:path>
              <a:path w="1146175" h="605155">
                <a:moveTo>
                  <a:pt x="186808" y="67817"/>
                </a:moveTo>
                <a:lnTo>
                  <a:pt x="177164" y="94366"/>
                </a:lnTo>
                <a:lnTo>
                  <a:pt x="200143" y="102748"/>
                </a:lnTo>
                <a:lnTo>
                  <a:pt x="209799" y="76199"/>
                </a:lnTo>
                <a:lnTo>
                  <a:pt x="186808" y="67817"/>
                </a:lnTo>
                <a:close/>
              </a:path>
              <a:path w="1146175" h="605155">
                <a:moveTo>
                  <a:pt x="1001929" y="425903"/>
                </a:moveTo>
                <a:lnTo>
                  <a:pt x="953247" y="425903"/>
                </a:lnTo>
                <a:lnTo>
                  <a:pt x="965703" y="428487"/>
                </a:lnTo>
                <a:lnTo>
                  <a:pt x="971799" y="430773"/>
                </a:lnTo>
                <a:lnTo>
                  <a:pt x="976621" y="434096"/>
                </a:lnTo>
                <a:lnTo>
                  <a:pt x="980181" y="438546"/>
                </a:lnTo>
                <a:lnTo>
                  <a:pt x="983860" y="442965"/>
                </a:lnTo>
                <a:lnTo>
                  <a:pt x="985646" y="447812"/>
                </a:lnTo>
                <a:lnTo>
                  <a:pt x="985765" y="453146"/>
                </a:lnTo>
                <a:lnTo>
                  <a:pt x="985896" y="458358"/>
                </a:lnTo>
                <a:lnTo>
                  <a:pt x="984241" y="465703"/>
                </a:lnTo>
                <a:lnTo>
                  <a:pt x="950713" y="557783"/>
                </a:lnTo>
                <a:lnTo>
                  <a:pt x="973835" y="566165"/>
                </a:lnTo>
                <a:lnTo>
                  <a:pt x="1004184" y="482589"/>
                </a:lnTo>
                <a:lnTo>
                  <a:pt x="1012054" y="452627"/>
                </a:lnTo>
                <a:lnTo>
                  <a:pt x="1011673" y="446166"/>
                </a:lnTo>
                <a:lnTo>
                  <a:pt x="1010030" y="440070"/>
                </a:lnTo>
                <a:lnTo>
                  <a:pt x="1008375" y="434096"/>
                </a:lnTo>
                <a:lnTo>
                  <a:pt x="1004565" y="428365"/>
                </a:lnTo>
                <a:lnTo>
                  <a:pt x="1001929" y="425903"/>
                </a:lnTo>
                <a:close/>
              </a:path>
              <a:path w="1146175" h="605155">
                <a:moveTo>
                  <a:pt x="708909" y="482742"/>
                </a:moveTo>
                <a:lnTo>
                  <a:pt x="707499" y="486699"/>
                </a:lnTo>
                <a:lnTo>
                  <a:pt x="705262" y="499160"/>
                </a:lnTo>
                <a:lnTo>
                  <a:pt x="706767" y="510901"/>
                </a:lnTo>
                <a:lnTo>
                  <a:pt x="739744" y="542652"/>
                </a:lnTo>
                <a:lnTo>
                  <a:pt x="766861" y="550634"/>
                </a:lnTo>
                <a:lnTo>
                  <a:pt x="779421" y="550474"/>
                </a:lnTo>
                <a:lnTo>
                  <a:pt x="794663" y="548132"/>
                </a:lnTo>
                <a:lnTo>
                  <a:pt x="805303" y="542178"/>
                </a:lnTo>
                <a:lnTo>
                  <a:pt x="816838" y="531885"/>
                </a:lnTo>
                <a:lnTo>
                  <a:pt x="817794" y="530365"/>
                </a:lnTo>
                <a:lnTo>
                  <a:pt x="766678" y="530365"/>
                </a:lnTo>
                <a:lnTo>
                  <a:pt x="752944" y="526855"/>
                </a:lnTo>
                <a:lnTo>
                  <a:pt x="740608" y="520418"/>
                </a:lnTo>
                <a:lnTo>
                  <a:pt x="732400" y="512063"/>
                </a:lnTo>
                <a:lnTo>
                  <a:pt x="729233" y="507370"/>
                </a:lnTo>
                <a:lnTo>
                  <a:pt x="728471" y="501395"/>
                </a:lnTo>
                <a:lnTo>
                  <a:pt x="730114" y="494172"/>
                </a:lnTo>
                <a:lnTo>
                  <a:pt x="708909" y="482742"/>
                </a:lnTo>
                <a:close/>
              </a:path>
              <a:path w="1146175" h="605155">
                <a:moveTo>
                  <a:pt x="912744" y="390143"/>
                </a:moveTo>
                <a:lnTo>
                  <a:pt x="863345" y="526023"/>
                </a:lnTo>
                <a:lnTo>
                  <a:pt x="886324" y="534405"/>
                </a:lnTo>
                <a:lnTo>
                  <a:pt x="915542" y="454523"/>
                </a:lnTo>
                <a:lnTo>
                  <a:pt x="922095" y="442193"/>
                </a:lnTo>
                <a:lnTo>
                  <a:pt x="930370" y="433190"/>
                </a:lnTo>
                <a:lnTo>
                  <a:pt x="940988" y="427266"/>
                </a:lnTo>
                <a:lnTo>
                  <a:pt x="953247" y="425903"/>
                </a:lnTo>
                <a:lnTo>
                  <a:pt x="1001929" y="425903"/>
                </a:lnTo>
                <a:lnTo>
                  <a:pt x="996545" y="420877"/>
                </a:lnTo>
                <a:lnTo>
                  <a:pt x="990568" y="416935"/>
                </a:lnTo>
                <a:lnTo>
                  <a:pt x="926460" y="416935"/>
                </a:lnTo>
                <a:lnTo>
                  <a:pt x="933449" y="397642"/>
                </a:lnTo>
                <a:lnTo>
                  <a:pt x="912744" y="390143"/>
                </a:lnTo>
                <a:close/>
              </a:path>
              <a:path w="1146175" h="605155">
                <a:moveTo>
                  <a:pt x="834736" y="495167"/>
                </a:moveTo>
                <a:lnTo>
                  <a:pt x="808247" y="495167"/>
                </a:lnTo>
                <a:lnTo>
                  <a:pt x="802929" y="508189"/>
                </a:lnTo>
                <a:lnTo>
                  <a:pt x="798825" y="515995"/>
                </a:lnTo>
                <a:lnTo>
                  <a:pt x="794003" y="522853"/>
                </a:lnTo>
                <a:lnTo>
                  <a:pt x="787907" y="527425"/>
                </a:lnTo>
                <a:lnTo>
                  <a:pt x="778086" y="530185"/>
                </a:lnTo>
                <a:lnTo>
                  <a:pt x="766678" y="530365"/>
                </a:lnTo>
                <a:lnTo>
                  <a:pt x="817794" y="530365"/>
                </a:lnTo>
                <a:lnTo>
                  <a:pt x="822806" y="522405"/>
                </a:lnTo>
                <a:lnTo>
                  <a:pt x="828823" y="510036"/>
                </a:lnTo>
                <a:lnTo>
                  <a:pt x="834736" y="495167"/>
                </a:lnTo>
                <a:close/>
              </a:path>
              <a:path w="1146175" h="605155">
                <a:moveTo>
                  <a:pt x="793293" y="348387"/>
                </a:moveTo>
                <a:lnTo>
                  <a:pt x="748622" y="373326"/>
                </a:lnTo>
                <a:lnTo>
                  <a:pt x="730738" y="409078"/>
                </a:lnTo>
                <a:lnTo>
                  <a:pt x="727812" y="433192"/>
                </a:lnTo>
                <a:lnTo>
                  <a:pt x="729116" y="445647"/>
                </a:lnTo>
                <a:lnTo>
                  <a:pt x="756912" y="486134"/>
                </a:lnTo>
                <a:lnTo>
                  <a:pt x="796992" y="495331"/>
                </a:lnTo>
                <a:lnTo>
                  <a:pt x="808247" y="495167"/>
                </a:lnTo>
                <a:lnTo>
                  <a:pt x="834736" y="495167"/>
                </a:lnTo>
                <a:lnTo>
                  <a:pt x="834889" y="494781"/>
                </a:lnTo>
                <a:lnTo>
                  <a:pt x="842289" y="474412"/>
                </a:lnTo>
                <a:lnTo>
                  <a:pt x="794564" y="474412"/>
                </a:lnTo>
                <a:lnTo>
                  <a:pt x="782808" y="473549"/>
                </a:lnTo>
                <a:lnTo>
                  <a:pt x="767735" y="468507"/>
                </a:lnTo>
                <a:lnTo>
                  <a:pt x="759299" y="459729"/>
                </a:lnTo>
                <a:lnTo>
                  <a:pt x="752636" y="445938"/>
                </a:lnTo>
                <a:lnTo>
                  <a:pt x="751722" y="435003"/>
                </a:lnTo>
                <a:lnTo>
                  <a:pt x="753414" y="422339"/>
                </a:lnTo>
                <a:lnTo>
                  <a:pt x="773337" y="381348"/>
                </a:lnTo>
                <a:lnTo>
                  <a:pt x="804337" y="370503"/>
                </a:lnTo>
                <a:lnTo>
                  <a:pt x="841996" y="370503"/>
                </a:lnTo>
                <a:lnTo>
                  <a:pt x="839002" y="366221"/>
                </a:lnTo>
                <a:lnTo>
                  <a:pt x="829323" y="357969"/>
                </a:lnTo>
                <a:lnTo>
                  <a:pt x="817316" y="352009"/>
                </a:lnTo>
                <a:lnTo>
                  <a:pt x="805459" y="348924"/>
                </a:lnTo>
                <a:lnTo>
                  <a:pt x="793293" y="348387"/>
                </a:lnTo>
                <a:close/>
              </a:path>
              <a:path w="1146175" h="605155">
                <a:moveTo>
                  <a:pt x="841996" y="370503"/>
                </a:moveTo>
                <a:lnTo>
                  <a:pt x="804337" y="370503"/>
                </a:lnTo>
                <a:lnTo>
                  <a:pt x="818465" y="374597"/>
                </a:lnTo>
                <a:lnTo>
                  <a:pt x="828020" y="382733"/>
                </a:lnTo>
                <a:lnTo>
                  <a:pt x="834692" y="394681"/>
                </a:lnTo>
                <a:lnTo>
                  <a:pt x="836792" y="403631"/>
                </a:lnTo>
                <a:lnTo>
                  <a:pt x="836714" y="414306"/>
                </a:lnTo>
                <a:lnTo>
                  <a:pt x="822267" y="455469"/>
                </a:lnTo>
                <a:lnTo>
                  <a:pt x="794564" y="474412"/>
                </a:lnTo>
                <a:lnTo>
                  <a:pt x="842289" y="474412"/>
                </a:lnTo>
                <a:lnTo>
                  <a:pt x="877561" y="377311"/>
                </a:lnTo>
                <a:lnTo>
                  <a:pt x="876091" y="376783"/>
                </a:lnTo>
                <a:lnTo>
                  <a:pt x="846387" y="376783"/>
                </a:lnTo>
                <a:lnTo>
                  <a:pt x="841996" y="370503"/>
                </a:lnTo>
                <a:close/>
              </a:path>
              <a:path w="1146175" h="605155">
                <a:moveTo>
                  <a:pt x="708016" y="315711"/>
                </a:moveTo>
                <a:lnTo>
                  <a:pt x="658617" y="451744"/>
                </a:lnTo>
                <a:lnTo>
                  <a:pt x="681608" y="460004"/>
                </a:lnTo>
                <a:lnTo>
                  <a:pt x="731007" y="324093"/>
                </a:lnTo>
                <a:lnTo>
                  <a:pt x="708016" y="315711"/>
                </a:lnTo>
                <a:close/>
              </a:path>
              <a:path w="1146175" h="605155">
                <a:moveTo>
                  <a:pt x="532256" y="359785"/>
                </a:moveTo>
                <a:lnTo>
                  <a:pt x="531722" y="363290"/>
                </a:lnTo>
                <a:lnTo>
                  <a:pt x="531233" y="376528"/>
                </a:lnTo>
                <a:lnTo>
                  <a:pt x="533437" y="388555"/>
                </a:lnTo>
                <a:lnTo>
                  <a:pt x="565438" y="420446"/>
                </a:lnTo>
                <a:lnTo>
                  <a:pt x="606456" y="429302"/>
                </a:lnTo>
                <a:lnTo>
                  <a:pt x="619336" y="426592"/>
                </a:lnTo>
                <a:lnTo>
                  <a:pt x="630292" y="420745"/>
                </a:lnTo>
                <a:lnTo>
                  <a:pt x="637281" y="415533"/>
                </a:lnTo>
                <a:lnTo>
                  <a:pt x="642103" y="409193"/>
                </a:lnTo>
                <a:lnTo>
                  <a:pt x="642300" y="408648"/>
                </a:lnTo>
                <a:lnTo>
                  <a:pt x="593325" y="408648"/>
                </a:lnTo>
                <a:lnTo>
                  <a:pt x="578729" y="404649"/>
                </a:lnTo>
                <a:lnTo>
                  <a:pt x="567001" y="397944"/>
                </a:lnTo>
                <a:lnTo>
                  <a:pt x="559172" y="388949"/>
                </a:lnTo>
                <a:lnTo>
                  <a:pt x="555477" y="377680"/>
                </a:lnTo>
                <a:lnTo>
                  <a:pt x="556259" y="364479"/>
                </a:lnTo>
                <a:lnTo>
                  <a:pt x="532256" y="359785"/>
                </a:lnTo>
                <a:close/>
              </a:path>
              <a:path w="1146175" h="605155">
                <a:moveTo>
                  <a:pt x="960798" y="406574"/>
                </a:moveTo>
                <a:lnTo>
                  <a:pt x="948804" y="407133"/>
                </a:lnTo>
                <a:lnTo>
                  <a:pt x="937355" y="410583"/>
                </a:lnTo>
                <a:lnTo>
                  <a:pt x="926460" y="416935"/>
                </a:lnTo>
                <a:lnTo>
                  <a:pt x="990568" y="416935"/>
                </a:lnTo>
                <a:lnTo>
                  <a:pt x="987059" y="414621"/>
                </a:lnTo>
                <a:lnTo>
                  <a:pt x="973327" y="408890"/>
                </a:lnTo>
                <a:lnTo>
                  <a:pt x="960798" y="406574"/>
                </a:lnTo>
                <a:close/>
              </a:path>
              <a:path w="1146175" h="605155">
                <a:moveTo>
                  <a:pt x="594097" y="276087"/>
                </a:moveTo>
                <a:lnTo>
                  <a:pt x="559807" y="295899"/>
                </a:lnTo>
                <a:lnTo>
                  <a:pt x="557652" y="301995"/>
                </a:lnTo>
                <a:lnTo>
                  <a:pt x="555116" y="308609"/>
                </a:lnTo>
                <a:lnTo>
                  <a:pt x="574478" y="347662"/>
                </a:lnTo>
                <a:lnTo>
                  <a:pt x="598570" y="365115"/>
                </a:lnTo>
                <a:lnTo>
                  <a:pt x="611400" y="374402"/>
                </a:lnTo>
                <a:lnTo>
                  <a:pt x="617981" y="380634"/>
                </a:lnTo>
                <a:lnTo>
                  <a:pt x="621410" y="385206"/>
                </a:lnTo>
                <a:lnTo>
                  <a:pt x="622172" y="390143"/>
                </a:lnTo>
                <a:lnTo>
                  <a:pt x="620267" y="395356"/>
                </a:lnTo>
                <a:lnTo>
                  <a:pt x="618231" y="401055"/>
                </a:lnTo>
                <a:lnTo>
                  <a:pt x="613790" y="405262"/>
                </a:lnTo>
                <a:lnTo>
                  <a:pt x="604209" y="408543"/>
                </a:lnTo>
                <a:lnTo>
                  <a:pt x="593325" y="408648"/>
                </a:lnTo>
                <a:lnTo>
                  <a:pt x="642300" y="408648"/>
                </a:lnTo>
                <a:lnTo>
                  <a:pt x="647699" y="393710"/>
                </a:lnTo>
                <a:lnTo>
                  <a:pt x="648330" y="386455"/>
                </a:lnTo>
                <a:lnTo>
                  <a:pt x="645706" y="377043"/>
                </a:lnTo>
                <a:lnTo>
                  <a:pt x="618717" y="348546"/>
                </a:lnTo>
                <a:lnTo>
                  <a:pt x="595371" y="331988"/>
                </a:lnTo>
                <a:lnTo>
                  <a:pt x="589275" y="327538"/>
                </a:lnTo>
                <a:lnTo>
                  <a:pt x="587370" y="325892"/>
                </a:lnTo>
                <a:lnTo>
                  <a:pt x="583941" y="322722"/>
                </a:lnTo>
                <a:lnTo>
                  <a:pt x="581655" y="319674"/>
                </a:lnTo>
                <a:lnTo>
                  <a:pt x="580762" y="316473"/>
                </a:lnTo>
                <a:lnTo>
                  <a:pt x="579750" y="313425"/>
                </a:lnTo>
                <a:lnTo>
                  <a:pt x="579750" y="310377"/>
                </a:lnTo>
                <a:lnTo>
                  <a:pt x="580893" y="307329"/>
                </a:lnTo>
                <a:lnTo>
                  <a:pt x="582548" y="302635"/>
                </a:lnTo>
                <a:lnTo>
                  <a:pt x="586358" y="299465"/>
                </a:lnTo>
                <a:lnTo>
                  <a:pt x="592168" y="297545"/>
                </a:lnTo>
                <a:lnTo>
                  <a:pt x="602644" y="296883"/>
                </a:lnTo>
                <a:lnTo>
                  <a:pt x="648746" y="296883"/>
                </a:lnTo>
                <a:lnTo>
                  <a:pt x="644835" y="292987"/>
                </a:lnTo>
                <a:lnTo>
                  <a:pt x="607813" y="277002"/>
                </a:lnTo>
                <a:lnTo>
                  <a:pt x="600955" y="276484"/>
                </a:lnTo>
                <a:lnTo>
                  <a:pt x="594097" y="276087"/>
                </a:lnTo>
                <a:close/>
              </a:path>
              <a:path w="1146175" h="605155">
                <a:moveTo>
                  <a:pt x="856356" y="369691"/>
                </a:moveTo>
                <a:lnTo>
                  <a:pt x="846387" y="376783"/>
                </a:lnTo>
                <a:lnTo>
                  <a:pt x="876091" y="376783"/>
                </a:lnTo>
                <a:lnTo>
                  <a:pt x="856356" y="369691"/>
                </a:lnTo>
                <a:close/>
              </a:path>
              <a:path w="1146175" h="605155">
                <a:moveTo>
                  <a:pt x="648746" y="296883"/>
                </a:moveTo>
                <a:lnTo>
                  <a:pt x="602644" y="296883"/>
                </a:lnTo>
                <a:lnTo>
                  <a:pt x="616707" y="300471"/>
                </a:lnTo>
                <a:lnTo>
                  <a:pt x="625601" y="303794"/>
                </a:lnTo>
                <a:lnTo>
                  <a:pt x="631816" y="308244"/>
                </a:lnTo>
                <a:lnTo>
                  <a:pt x="635245" y="313943"/>
                </a:lnTo>
                <a:lnTo>
                  <a:pt x="638805" y="319674"/>
                </a:lnTo>
                <a:lnTo>
                  <a:pt x="639817" y="326257"/>
                </a:lnTo>
                <a:lnTo>
                  <a:pt x="638293" y="333634"/>
                </a:lnTo>
                <a:lnTo>
                  <a:pt x="662007" y="338237"/>
                </a:lnTo>
                <a:lnTo>
                  <a:pt x="663102" y="325352"/>
                </a:lnTo>
                <a:lnTo>
                  <a:pt x="661137" y="313241"/>
                </a:lnTo>
                <a:lnTo>
                  <a:pt x="655721" y="303830"/>
                </a:lnTo>
                <a:lnTo>
                  <a:pt x="648746" y="296883"/>
                </a:lnTo>
                <a:close/>
              </a:path>
              <a:path w="1146175" h="605155">
                <a:moveTo>
                  <a:pt x="726816" y="264048"/>
                </a:moveTo>
                <a:lnTo>
                  <a:pt x="717160" y="290565"/>
                </a:lnTo>
                <a:lnTo>
                  <a:pt x="740151" y="298947"/>
                </a:lnTo>
                <a:lnTo>
                  <a:pt x="749807" y="272430"/>
                </a:lnTo>
                <a:lnTo>
                  <a:pt x="726816" y="264048"/>
                </a:lnTo>
                <a:close/>
              </a:path>
              <a:path w="1146175" h="605155">
                <a:moveTo>
                  <a:pt x="1014983" y="535167"/>
                </a:moveTo>
                <a:lnTo>
                  <a:pt x="1014453" y="538653"/>
                </a:lnTo>
                <a:lnTo>
                  <a:pt x="1013958" y="551907"/>
                </a:lnTo>
                <a:lnTo>
                  <a:pt x="1016157" y="563929"/>
                </a:lnTo>
                <a:lnTo>
                  <a:pt x="1048139" y="595819"/>
                </a:lnTo>
                <a:lnTo>
                  <a:pt x="1089183" y="604684"/>
                </a:lnTo>
                <a:lnTo>
                  <a:pt x="1102063" y="601926"/>
                </a:lnTo>
                <a:lnTo>
                  <a:pt x="1113019" y="596127"/>
                </a:lnTo>
                <a:lnTo>
                  <a:pt x="1120008" y="590946"/>
                </a:lnTo>
                <a:lnTo>
                  <a:pt x="1124830" y="584575"/>
                </a:lnTo>
                <a:lnTo>
                  <a:pt x="1125036" y="584007"/>
                </a:lnTo>
                <a:lnTo>
                  <a:pt x="1076048" y="584007"/>
                </a:lnTo>
                <a:lnTo>
                  <a:pt x="1061401" y="580038"/>
                </a:lnTo>
                <a:lnTo>
                  <a:pt x="1049695" y="573331"/>
                </a:lnTo>
                <a:lnTo>
                  <a:pt x="1041815" y="564381"/>
                </a:lnTo>
                <a:lnTo>
                  <a:pt x="1038193" y="553096"/>
                </a:lnTo>
                <a:lnTo>
                  <a:pt x="1038986" y="539892"/>
                </a:lnTo>
                <a:lnTo>
                  <a:pt x="1014983" y="535167"/>
                </a:lnTo>
                <a:close/>
              </a:path>
              <a:path w="1146175" h="605155">
                <a:moveTo>
                  <a:pt x="1076824" y="451500"/>
                </a:moveTo>
                <a:lnTo>
                  <a:pt x="1071109" y="451865"/>
                </a:lnTo>
                <a:lnTo>
                  <a:pt x="1066537" y="453268"/>
                </a:lnTo>
                <a:lnTo>
                  <a:pt x="1060572" y="454913"/>
                </a:lnTo>
                <a:lnTo>
                  <a:pt x="1037331" y="490727"/>
                </a:lnTo>
                <a:lnTo>
                  <a:pt x="1038724" y="497464"/>
                </a:lnTo>
                <a:lnTo>
                  <a:pt x="1067470" y="530840"/>
                </a:lnTo>
                <a:lnTo>
                  <a:pt x="1081206" y="540422"/>
                </a:lnTo>
                <a:lnTo>
                  <a:pt x="1094099" y="549701"/>
                </a:lnTo>
                <a:lnTo>
                  <a:pt x="1100708" y="555894"/>
                </a:lnTo>
                <a:lnTo>
                  <a:pt x="1104137" y="560588"/>
                </a:lnTo>
                <a:lnTo>
                  <a:pt x="1104899" y="565525"/>
                </a:lnTo>
                <a:lnTo>
                  <a:pt x="1102994" y="570737"/>
                </a:lnTo>
                <a:lnTo>
                  <a:pt x="1100958" y="576468"/>
                </a:lnTo>
                <a:lnTo>
                  <a:pt x="1096517" y="580643"/>
                </a:lnTo>
                <a:lnTo>
                  <a:pt x="1086946" y="583886"/>
                </a:lnTo>
                <a:lnTo>
                  <a:pt x="1076048" y="584007"/>
                </a:lnTo>
                <a:lnTo>
                  <a:pt x="1125036" y="584007"/>
                </a:lnTo>
                <a:lnTo>
                  <a:pt x="1127628" y="576833"/>
                </a:lnTo>
                <a:lnTo>
                  <a:pt x="1130426" y="568970"/>
                </a:lnTo>
                <a:lnTo>
                  <a:pt x="1131057" y="561715"/>
                </a:lnTo>
                <a:lnTo>
                  <a:pt x="1128418" y="552404"/>
                </a:lnTo>
                <a:lnTo>
                  <a:pt x="1123202" y="543469"/>
                </a:lnTo>
                <a:lnTo>
                  <a:pt x="1111509" y="531593"/>
                </a:lnTo>
                <a:lnTo>
                  <a:pt x="1101439" y="523897"/>
                </a:lnTo>
                <a:lnTo>
                  <a:pt x="1072002" y="502919"/>
                </a:lnTo>
                <a:lnTo>
                  <a:pt x="1070097" y="501152"/>
                </a:lnTo>
                <a:lnTo>
                  <a:pt x="1066668" y="498104"/>
                </a:lnTo>
                <a:lnTo>
                  <a:pt x="1064382" y="495056"/>
                </a:lnTo>
                <a:lnTo>
                  <a:pt x="1063489" y="491886"/>
                </a:lnTo>
                <a:lnTo>
                  <a:pt x="1062477" y="488685"/>
                </a:lnTo>
                <a:lnTo>
                  <a:pt x="1062477" y="485790"/>
                </a:lnTo>
                <a:lnTo>
                  <a:pt x="1063620" y="482742"/>
                </a:lnTo>
                <a:lnTo>
                  <a:pt x="1065275" y="478017"/>
                </a:lnTo>
                <a:lnTo>
                  <a:pt x="1068954" y="474725"/>
                </a:lnTo>
                <a:lnTo>
                  <a:pt x="1074814" y="472953"/>
                </a:lnTo>
                <a:lnTo>
                  <a:pt x="1085298" y="472273"/>
                </a:lnTo>
                <a:lnTo>
                  <a:pt x="1131467" y="472273"/>
                </a:lnTo>
                <a:lnTo>
                  <a:pt x="1127524" y="468351"/>
                </a:lnTo>
                <a:lnTo>
                  <a:pt x="1117056" y="461800"/>
                </a:lnTo>
                <a:lnTo>
                  <a:pt x="1104637" y="456316"/>
                </a:lnTo>
                <a:lnTo>
                  <a:pt x="1097529" y="453786"/>
                </a:lnTo>
                <a:lnTo>
                  <a:pt x="1090540" y="452262"/>
                </a:lnTo>
                <a:lnTo>
                  <a:pt x="1076824" y="451500"/>
                </a:lnTo>
                <a:close/>
              </a:path>
              <a:path w="1146175" h="605155">
                <a:moveTo>
                  <a:pt x="1131467" y="472273"/>
                </a:moveTo>
                <a:lnTo>
                  <a:pt x="1085298" y="472273"/>
                </a:lnTo>
                <a:lnTo>
                  <a:pt x="1099303" y="475884"/>
                </a:lnTo>
                <a:lnTo>
                  <a:pt x="1108328" y="479176"/>
                </a:lnTo>
                <a:lnTo>
                  <a:pt x="1114543" y="483626"/>
                </a:lnTo>
                <a:lnTo>
                  <a:pt x="1117972" y="489325"/>
                </a:lnTo>
                <a:lnTo>
                  <a:pt x="1121532" y="495056"/>
                </a:lnTo>
                <a:lnTo>
                  <a:pt x="1122544" y="501639"/>
                </a:lnTo>
                <a:lnTo>
                  <a:pt x="1121020" y="509015"/>
                </a:lnTo>
                <a:lnTo>
                  <a:pt x="1144728" y="513609"/>
                </a:lnTo>
                <a:lnTo>
                  <a:pt x="1145783" y="500680"/>
                </a:lnTo>
                <a:lnTo>
                  <a:pt x="1143879" y="488572"/>
                </a:lnTo>
                <a:lnTo>
                  <a:pt x="1138459" y="479229"/>
                </a:lnTo>
                <a:lnTo>
                  <a:pt x="1131467" y="472273"/>
                </a:lnTo>
                <a:close/>
              </a:path>
            </a:pathLst>
          </a:custGeom>
          <a:solidFill>
            <a:srgbClr val="000000"/>
          </a:solidFill>
        </p:spPr>
        <p:txBody>
          <a:bodyPr wrap="square" lIns="0" tIns="0" rIns="0" bIns="0" rtlCol="0"/>
          <a:lstStyle/>
          <a:p>
            <a:endParaRPr/>
          </a:p>
        </p:txBody>
      </p:sp>
      <p:sp>
        <p:nvSpPr>
          <p:cNvPr id="18" name="object 18"/>
          <p:cNvSpPr/>
          <p:nvPr/>
        </p:nvSpPr>
        <p:spPr>
          <a:xfrm>
            <a:off x="3154299" y="4352926"/>
            <a:ext cx="1530985" cy="550545"/>
          </a:xfrm>
          <a:custGeom>
            <a:avLst/>
            <a:gdLst/>
            <a:ahLst/>
            <a:cxnLst/>
            <a:rect l="l" t="t" r="r" b="b"/>
            <a:pathLst>
              <a:path w="1530985" h="550545">
                <a:moveTo>
                  <a:pt x="187003" y="72372"/>
                </a:moveTo>
                <a:lnTo>
                  <a:pt x="175086" y="108575"/>
                </a:lnTo>
                <a:lnTo>
                  <a:pt x="1518681" y="550295"/>
                </a:lnTo>
                <a:lnTo>
                  <a:pt x="1530598" y="514100"/>
                </a:lnTo>
                <a:lnTo>
                  <a:pt x="187003" y="72372"/>
                </a:lnTo>
                <a:close/>
              </a:path>
              <a:path w="1530985" h="550545">
                <a:moveTo>
                  <a:pt x="210824" y="0"/>
                </a:moveTo>
                <a:lnTo>
                  <a:pt x="0" y="30992"/>
                </a:lnTo>
                <a:lnTo>
                  <a:pt x="151256" y="180974"/>
                </a:lnTo>
                <a:lnTo>
                  <a:pt x="175086" y="108575"/>
                </a:lnTo>
                <a:lnTo>
                  <a:pt x="156971" y="102620"/>
                </a:lnTo>
                <a:lnTo>
                  <a:pt x="168914" y="66425"/>
                </a:lnTo>
                <a:lnTo>
                  <a:pt x="188960" y="66425"/>
                </a:lnTo>
                <a:lnTo>
                  <a:pt x="210824" y="0"/>
                </a:lnTo>
                <a:close/>
              </a:path>
              <a:path w="1530985" h="550545">
                <a:moveTo>
                  <a:pt x="168914" y="66425"/>
                </a:moveTo>
                <a:lnTo>
                  <a:pt x="156971" y="102620"/>
                </a:lnTo>
                <a:lnTo>
                  <a:pt x="175086" y="108575"/>
                </a:lnTo>
                <a:lnTo>
                  <a:pt x="187003" y="72372"/>
                </a:lnTo>
                <a:lnTo>
                  <a:pt x="168914" y="66425"/>
                </a:lnTo>
                <a:close/>
              </a:path>
              <a:path w="1530985" h="550545">
                <a:moveTo>
                  <a:pt x="188960" y="66425"/>
                </a:moveTo>
                <a:lnTo>
                  <a:pt x="168914" y="66425"/>
                </a:lnTo>
                <a:lnTo>
                  <a:pt x="187003" y="72372"/>
                </a:lnTo>
                <a:lnTo>
                  <a:pt x="188960" y="66425"/>
                </a:lnTo>
                <a:close/>
              </a:path>
            </a:pathLst>
          </a:custGeom>
          <a:solidFill>
            <a:srgbClr val="000000"/>
          </a:solidFill>
        </p:spPr>
        <p:txBody>
          <a:bodyPr wrap="square" lIns="0" tIns="0" rIns="0" bIns="0" rtlCol="0"/>
          <a:lstStyle/>
          <a:p>
            <a:endParaRPr/>
          </a:p>
        </p:txBody>
      </p:sp>
      <p:sp>
        <p:nvSpPr>
          <p:cNvPr id="19" name="object 19"/>
          <p:cNvSpPr/>
          <p:nvPr/>
        </p:nvSpPr>
        <p:spPr>
          <a:xfrm>
            <a:off x="3679829" y="4202810"/>
            <a:ext cx="817244" cy="433070"/>
          </a:xfrm>
          <a:custGeom>
            <a:avLst/>
            <a:gdLst/>
            <a:ahLst/>
            <a:cxnLst/>
            <a:rect l="l" t="t" r="r" b="b"/>
            <a:pathLst>
              <a:path w="817244" h="433070">
                <a:moveTo>
                  <a:pt x="380106" y="157733"/>
                </a:moveTo>
                <a:lnTo>
                  <a:pt x="320539" y="348614"/>
                </a:lnTo>
                <a:lnTo>
                  <a:pt x="343911" y="355985"/>
                </a:lnTo>
                <a:lnTo>
                  <a:pt x="364899" y="288881"/>
                </a:lnTo>
                <a:lnTo>
                  <a:pt x="386829" y="288881"/>
                </a:lnTo>
                <a:lnTo>
                  <a:pt x="383727" y="285934"/>
                </a:lnTo>
                <a:lnTo>
                  <a:pt x="376486" y="272261"/>
                </a:lnTo>
                <a:lnTo>
                  <a:pt x="374996" y="261269"/>
                </a:lnTo>
                <a:lnTo>
                  <a:pt x="376032" y="248542"/>
                </a:lnTo>
                <a:lnTo>
                  <a:pt x="396052" y="203738"/>
                </a:lnTo>
                <a:lnTo>
                  <a:pt x="426918" y="190739"/>
                </a:lnTo>
                <a:lnTo>
                  <a:pt x="468284" y="190739"/>
                </a:lnTo>
                <a:lnTo>
                  <a:pt x="464950" y="186298"/>
                </a:lnTo>
                <a:lnTo>
                  <a:pt x="459312" y="182249"/>
                </a:lnTo>
                <a:lnTo>
                  <a:pt x="395858" y="182249"/>
                </a:lnTo>
                <a:lnTo>
                  <a:pt x="401442" y="164342"/>
                </a:lnTo>
                <a:lnTo>
                  <a:pt x="380106" y="157733"/>
                </a:lnTo>
                <a:close/>
              </a:path>
              <a:path w="817244" h="433070">
                <a:moveTo>
                  <a:pt x="386829" y="288881"/>
                </a:moveTo>
                <a:lnTo>
                  <a:pt x="364899" y="288881"/>
                </a:lnTo>
                <a:lnTo>
                  <a:pt x="370039" y="298217"/>
                </a:lnTo>
                <a:lnTo>
                  <a:pt x="380061" y="309294"/>
                </a:lnTo>
                <a:lnTo>
                  <a:pt x="389587" y="314531"/>
                </a:lnTo>
                <a:lnTo>
                  <a:pt x="405929" y="319644"/>
                </a:lnTo>
                <a:lnTo>
                  <a:pt x="418089" y="319692"/>
                </a:lnTo>
                <a:lnTo>
                  <a:pt x="431952" y="317142"/>
                </a:lnTo>
                <a:lnTo>
                  <a:pt x="442122" y="312632"/>
                </a:lnTo>
                <a:lnTo>
                  <a:pt x="452314" y="305225"/>
                </a:lnTo>
                <a:lnTo>
                  <a:pt x="459162" y="298188"/>
                </a:lnTo>
                <a:lnTo>
                  <a:pt x="407181" y="298188"/>
                </a:lnTo>
                <a:lnTo>
                  <a:pt x="392478" y="294248"/>
                </a:lnTo>
                <a:lnTo>
                  <a:pt x="386829" y="288881"/>
                </a:lnTo>
                <a:close/>
              </a:path>
              <a:path w="817244" h="433070">
                <a:moveTo>
                  <a:pt x="468284" y="190739"/>
                </a:moveTo>
                <a:lnTo>
                  <a:pt x="426918" y="190739"/>
                </a:lnTo>
                <a:lnTo>
                  <a:pt x="440844" y="194031"/>
                </a:lnTo>
                <a:lnTo>
                  <a:pt x="450059" y="201996"/>
                </a:lnTo>
                <a:lnTo>
                  <a:pt x="457253" y="214834"/>
                </a:lnTo>
                <a:lnTo>
                  <a:pt x="459003" y="223651"/>
                </a:lnTo>
                <a:lnTo>
                  <a:pt x="458794" y="234497"/>
                </a:lnTo>
                <a:lnTo>
                  <a:pt x="445417" y="277186"/>
                </a:lnTo>
                <a:lnTo>
                  <a:pt x="407181" y="298188"/>
                </a:lnTo>
                <a:lnTo>
                  <a:pt x="459162" y="298188"/>
                </a:lnTo>
                <a:lnTo>
                  <a:pt x="480034" y="258703"/>
                </a:lnTo>
                <a:lnTo>
                  <a:pt x="483388" y="234497"/>
                </a:lnTo>
                <a:lnTo>
                  <a:pt x="482780" y="220811"/>
                </a:lnTo>
                <a:lnTo>
                  <a:pt x="480017" y="210027"/>
                </a:lnTo>
                <a:lnTo>
                  <a:pt x="474380" y="198858"/>
                </a:lnTo>
                <a:lnTo>
                  <a:pt x="468284" y="190739"/>
                </a:lnTo>
                <a:close/>
              </a:path>
              <a:path w="817244" h="433070">
                <a:moveTo>
                  <a:pt x="271132" y="122560"/>
                </a:moveTo>
                <a:lnTo>
                  <a:pt x="226791" y="137852"/>
                </a:lnTo>
                <a:lnTo>
                  <a:pt x="200402" y="184953"/>
                </a:lnTo>
                <a:lnTo>
                  <a:pt x="197605" y="208425"/>
                </a:lnTo>
                <a:lnTo>
                  <a:pt x="199062" y="220246"/>
                </a:lnTo>
                <a:lnTo>
                  <a:pt x="226016" y="261010"/>
                </a:lnTo>
                <a:lnTo>
                  <a:pt x="267077" y="274379"/>
                </a:lnTo>
                <a:lnTo>
                  <a:pt x="279225" y="273513"/>
                </a:lnTo>
                <a:lnTo>
                  <a:pt x="291502" y="270231"/>
                </a:lnTo>
                <a:lnTo>
                  <a:pt x="302414" y="264225"/>
                </a:lnTo>
                <a:lnTo>
                  <a:pt x="311996" y="255809"/>
                </a:lnTo>
                <a:lnTo>
                  <a:pt x="314194" y="252939"/>
                </a:lnTo>
                <a:lnTo>
                  <a:pt x="270150" y="252939"/>
                </a:lnTo>
                <a:lnTo>
                  <a:pt x="259246" y="252497"/>
                </a:lnTo>
                <a:lnTo>
                  <a:pt x="225967" y="228822"/>
                </a:lnTo>
                <a:lnTo>
                  <a:pt x="222378" y="205407"/>
                </a:lnTo>
                <a:lnTo>
                  <a:pt x="224658" y="191511"/>
                </a:lnTo>
                <a:lnTo>
                  <a:pt x="292362" y="191511"/>
                </a:lnTo>
                <a:lnTo>
                  <a:pt x="232028" y="172724"/>
                </a:lnTo>
                <a:lnTo>
                  <a:pt x="236739" y="163206"/>
                </a:lnTo>
                <a:lnTo>
                  <a:pt x="244787" y="153752"/>
                </a:lnTo>
                <a:lnTo>
                  <a:pt x="256228" y="146207"/>
                </a:lnTo>
                <a:lnTo>
                  <a:pt x="265678" y="143979"/>
                </a:lnTo>
                <a:lnTo>
                  <a:pt x="318474" y="143979"/>
                </a:lnTo>
                <a:lnTo>
                  <a:pt x="309907" y="136520"/>
                </a:lnTo>
                <a:lnTo>
                  <a:pt x="298200" y="129841"/>
                </a:lnTo>
                <a:lnTo>
                  <a:pt x="283540" y="124364"/>
                </a:lnTo>
                <a:lnTo>
                  <a:pt x="271132" y="122560"/>
                </a:lnTo>
                <a:close/>
              </a:path>
              <a:path w="817244" h="433070">
                <a:moveTo>
                  <a:pt x="297048" y="234446"/>
                </a:moveTo>
                <a:lnTo>
                  <a:pt x="292515" y="239843"/>
                </a:lnTo>
                <a:lnTo>
                  <a:pt x="283106" y="247401"/>
                </a:lnTo>
                <a:lnTo>
                  <a:pt x="270150" y="252939"/>
                </a:lnTo>
                <a:lnTo>
                  <a:pt x="314194" y="252939"/>
                </a:lnTo>
                <a:lnTo>
                  <a:pt x="320289" y="244982"/>
                </a:lnTo>
                <a:lnTo>
                  <a:pt x="297048" y="234446"/>
                </a:lnTo>
                <a:close/>
              </a:path>
              <a:path w="817244" h="433070">
                <a:moveTo>
                  <a:pt x="138077" y="113787"/>
                </a:moveTo>
                <a:lnTo>
                  <a:pt x="51684" y="113787"/>
                </a:lnTo>
                <a:lnTo>
                  <a:pt x="87367" y="124967"/>
                </a:lnTo>
                <a:lnTo>
                  <a:pt x="91939" y="126741"/>
                </a:lnTo>
                <a:lnTo>
                  <a:pt x="94606" y="128265"/>
                </a:lnTo>
                <a:lnTo>
                  <a:pt x="98297" y="130433"/>
                </a:lnTo>
                <a:lnTo>
                  <a:pt x="101595" y="133218"/>
                </a:lnTo>
                <a:lnTo>
                  <a:pt x="104512" y="136910"/>
                </a:lnTo>
                <a:lnTo>
                  <a:pt x="107560" y="140457"/>
                </a:lnTo>
                <a:lnTo>
                  <a:pt x="123443" y="185546"/>
                </a:lnTo>
                <a:lnTo>
                  <a:pt x="136266" y="233040"/>
                </a:lnTo>
                <a:lnTo>
                  <a:pt x="168020" y="242946"/>
                </a:lnTo>
                <a:lnTo>
                  <a:pt x="148104" y="171444"/>
                </a:lnTo>
                <a:lnTo>
                  <a:pt x="131444" y="139958"/>
                </a:lnTo>
                <a:lnTo>
                  <a:pt x="130293" y="135296"/>
                </a:lnTo>
                <a:lnTo>
                  <a:pt x="149743" y="135296"/>
                </a:lnTo>
                <a:lnTo>
                  <a:pt x="154467" y="134802"/>
                </a:lnTo>
                <a:lnTo>
                  <a:pt x="166311" y="131235"/>
                </a:lnTo>
                <a:lnTo>
                  <a:pt x="178657" y="124999"/>
                </a:lnTo>
                <a:lnTo>
                  <a:pt x="186078" y="116919"/>
                </a:lnTo>
                <a:lnTo>
                  <a:pt x="187773" y="113806"/>
                </a:lnTo>
                <a:lnTo>
                  <a:pt x="138241" y="113806"/>
                </a:lnTo>
                <a:lnTo>
                  <a:pt x="138077" y="113787"/>
                </a:lnTo>
                <a:close/>
              </a:path>
              <a:path w="817244" h="433070">
                <a:moveTo>
                  <a:pt x="292362" y="191511"/>
                </a:moveTo>
                <a:lnTo>
                  <a:pt x="224658" y="191511"/>
                </a:lnTo>
                <a:lnTo>
                  <a:pt x="327659" y="223646"/>
                </a:lnTo>
                <a:lnTo>
                  <a:pt x="333904" y="196727"/>
                </a:lnTo>
                <a:lnTo>
                  <a:pt x="309109" y="196727"/>
                </a:lnTo>
                <a:lnTo>
                  <a:pt x="292362" y="191511"/>
                </a:lnTo>
                <a:close/>
              </a:path>
              <a:path w="817244" h="433070">
                <a:moveTo>
                  <a:pt x="59435" y="0"/>
                </a:moveTo>
                <a:lnTo>
                  <a:pt x="0" y="190499"/>
                </a:lnTo>
                <a:lnTo>
                  <a:pt x="25264" y="198369"/>
                </a:lnTo>
                <a:lnTo>
                  <a:pt x="51684" y="113787"/>
                </a:lnTo>
                <a:lnTo>
                  <a:pt x="138077" y="113787"/>
                </a:lnTo>
                <a:lnTo>
                  <a:pt x="126711" y="112493"/>
                </a:lnTo>
                <a:lnTo>
                  <a:pt x="112644" y="108834"/>
                </a:lnTo>
                <a:lnTo>
                  <a:pt x="58411" y="91952"/>
                </a:lnTo>
                <a:lnTo>
                  <a:pt x="78104" y="28955"/>
                </a:lnTo>
                <a:lnTo>
                  <a:pt x="151346" y="28955"/>
                </a:lnTo>
                <a:lnTo>
                  <a:pt x="144017" y="26420"/>
                </a:lnTo>
                <a:lnTo>
                  <a:pt x="59435" y="0"/>
                </a:lnTo>
                <a:close/>
              </a:path>
              <a:path w="817244" h="433070">
                <a:moveTo>
                  <a:pt x="318474" y="143979"/>
                </a:moveTo>
                <a:lnTo>
                  <a:pt x="265678" y="143979"/>
                </a:lnTo>
                <a:lnTo>
                  <a:pt x="277577" y="144916"/>
                </a:lnTo>
                <a:lnTo>
                  <a:pt x="293490" y="149797"/>
                </a:lnTo>
                <a:lnTo>
                  <a:pt x="302565" y="158242"/>
                </a:lnTo>
                <a:lnTo>
                  <a:pt x="309521" y="170978"/>
                </a:lnTo>
                <a:lnTo>
                  <a:pt x="310851" y="182541"/>
                </a:lnTo>
                <a:lnTo>
                  <a:pt x="309109" y="196727"/>
                </a:lnTo>
                <a:lnTo>
                  <a:pt x="333904" y="196727"/>
                </a:lnTo>
                <a:lnTo>
                  <a:pt x="326073" y="153848"/>
                </a:lnTo>
                <a:lnTo>
                  <a:pt x="319064" y="144492"/>
                </a:lnTo>
                <a:lnTo>
                  <a:pt x="318474" y="143979"/>
                </a:lnTo>
                <a:close/>
              </a:path>
              <a:path w="817244" h="433070">
                <a:moveTo>
                  <a:pt x="425195" y="170306"/>
                </a:moveTo>
                <a:lnTo>
                  <a:pt x="410336" y="173354"/>
                </a:lnTo>
                <a:lnTo>
                  <a:pt x="403097" y="176783"/>
                </a:lnTo>
                <a:lnTo>
                  <a:pt x="395858" y="182249"/>
                </a:lnTo>
                <a:lnTo>
                  <a:pt x="459312" y="182249"/>
                </a:lnTo>
                <a:lnTo>
                  <a:pt x="454695" y="178932"/>
                </a:lnTo>
                <a:lnTo>
                  <a:pt x="442459" y="173735"/>
                </a:lnTo>
                <a:lnTo>
                  <a:pt x="433446" y="170937"/>
                </a:lnTo>
                <a:lnTo>
                  <a:pt x="425195" y="170306"/>
                </a:lnTo>
                <a:close/>
              </a:path>
              <a:path w="817244" h="433070">
                <a:moveTo>
                  <a:pt x="149743" y="135296"/>
                </a:moveTo>
                <a:lnTo>
                  <a:pt x="130293" y="135296"/>
                </a:lnTo>
                <a:lnTo>
                  <a:pt x="142627" y="136042"/>
                </a:lnTo>
                <a:lnTo>
                  <a:pt x="149743" y="135296"/>
                </a:lnTo>
                <a:close/>
              </a:path>
              <a:path w="817244" h="433070">
                <a:moveTo>
                  <a:pt x="151346" y="28955"/>
                </a:moveTo>
                <a:lnTo>
                  <a:pt x="78104" y="28955"/>
                </a:lnTo>
                <a:lnTo>
                  <a:pt x="148951" y="51787"/>
                </a:lnTo>
                <a:lnTo>
                  <a:pt x="159885" y="58565"/>
                </a:lnTo>
                <a:lnTo>
                  <a:pt x="167394" y="67277"/>
                </a:lnTo>
                <a:lnTo>
                  <a:pt x="171082" y="78933"/>
                </a:lnTo>
                <a:lnTo>
                  <a:pt x="169663" y="91439"/>
                </a:lnTo>
                <a:lnTo>
                  <a:pt x="138241" y="113806"/>
                </a:lnTo>
                <a:lnTo>
                  <a:pt x="187773" y="113806"/>
                </a:lnTo>
                <a:lnTo>
                  <a:pt x="192375" y="105353"/>
                </a:lnTo>
                <a:lnTo>
                  <a:pt x="197807" y="89154"/>
                </a:lnTo>
                <a:lnTo>
                  <a:pt x="197768" y="77196"/>
                </a:lnTo>
                <a:lnTo>
                  <a:pt x="179467" y="42315"/>
                </a:lnTo>
                <a:lnTo>
                  <a:pt x="158472" y="31421"/>
                </a:lnTo>
                <a:lnTo>
                  <a:pt x="151346" y="28955"/>
                </a:lnTo>
                <a:close/>
              </a:path>
              <a:path w="817244" h="433070">
                <a:moveTo>
                  <a:pt x="561146" y="214760"/>
                </a:moveTo>
                <a:lnTo>
                  <a:pt x="518032" y="233850"/>
                </a:lnTo>
                <a:lnTo>
                  <a:pt x="498216" y="270260"/>
                </a:lnTo>
                <a:lnTo>
                  <a:pt x="493451" y="300099"/>
                </a:lnTo>
                <a:lnTo>
                  <a:pt x="494679" y="311952"/>
                </a:lnTo>
                <a:lnTo>
                  <a:pt x="520383" y="352616"/>
                </a:lnTo>
                <a:lnTo>
                  <a:pt x="558535" y="365544"/>
                </a:lnTo>
                <a:lnTo>
                  <a:pt x="571238" y="364596"/>
                </a:lnTo>
                <a:lnTo>
                  <a:pt x="587293" y="361341"/>
                </a:lnTo>
                <a:lnTo>
                  <a:pt x="598276" y="355330"/>
                </a:lnTo>
                <a:lnTo>
                  <a:pt x="608784" y="346427"/>
                </a:lnTo>
                <a:lnTo>
                  <a:pt x="609582" y="345386"/>
                </a:lnTo>
                <a:lnTo>
                  <a:pt x="558720" y="345386"/>
                </a:lnTo>
                <a:lnTo>
                  <a:pt x="546167" y="343314"/>
                </a:lnTo>
                <a:lnTo>
                  <a:pt x="535659" y="338180"/>
                </a:lnTo>
                <a:lnTo>
                  <a:pt x="526926" y="329444"/>
                </a:lnTo>
                <a:lnTo>
                  <a:pt x="519593" y="315937"/>
                </a:lnTo>
                <a:lnTo>
                  <a:pt x="517962" y="304777"/>
                </a:lnTo>
                <a:lnTo>
                  <a:pt x="518875" y="292064"/>
                </a:lnTo>
                <a:lnTo>
                  <a:pt x="534036" y="254463"/>
                </a:lnTo>
                <a:lnTo>
                  <a:pt x="567548" y="235802"/>
                </a:lnTo>
                <a:lnTo>
                  <a:pt x="614402" y="235802"/>
                </a:lnTo>
                <a:lnTo>
                  <a:pt x="612983" y="234291"/>
                </a:lnTo>
                <a:lnTo>
                  <a:pt x="603044" y="227261"/>
                </a:lnTo>
                <a:lnTo>
                  <a:pt x="590109" y="221055"/>
                </a:lnTo>
                <a:lnTo>
                  <a:pt x="573619" y="215537"/>
                </a:lnTo>
                <a:lnTo>
                  <a:pt x="561146" y="214760"/>
                </a:lnTo>
                <a:close/>
              </a:path>
              <a:path w="817244" h="433070">
                <a:moveTo>
                  <a:pt x="614402" y="235802"/>
                </a:moveTo>
                <a:lnTo>
                  <a:pt x="567548" y="235802"/>
                </a:lnTo>
                <a:lnTo>
                  <a:pt x="580242" y="237979"/>
                </a:lnTo>
                <a:lnTo>
                  <a:pt x="590443" y="243090"/>
                </a:lnTo>
                <a:lnTo>
                  <a:pt x="599011" y="251979"/>
                </a:lnTo>
                <a:lnTo>
                  <a:pt x="606381" y="265915"/>
                </a:lnTo>
                <a:lnTo>
                  <a:pt x="607840" y="276905"/>
                </a:lnTo>
                <a:lnTo>
                  <a:pt x="606766" y="289665"/>
                </a:lnTo>
                <a:lnTo>
                  <a:pt x="591782" y="326473"/>
                </a:lnTo>
                <a:lnTo>
                  <a:pt x="558720" y="345386"/>
                </a:lnTo>
                <a:lnTo>
                  <a:pt x="609582" y="345386"/>
                </a:lnTo>
                <a:lnTo>
                  <a:pt x="630792" y="299271"/>
                </a:lnTo>
                <a:lnTo>
                  <a:pt x="632718" y="286141"/>
                </a:lnTo>
                <a:lnTo>
                  <a:pt x="632577" y="273790"/>
                </a:lnTo>
                <a:lnTo>
                  <a:pt x="630376" y="262206"/>
                </a:lnTo>
                <a:lnTo>
                  <a:pt x="626124" y="251375"/>
                </a:lnTo>
                <a:lnTo>
                  <a:pt x="620489" y="242283"/>
                </a:lnTo>
                <a:lnTo>
                  <a:pt x="614402" y="235802"/>
                </a:lnTo>
                <a:close/>
              </a:path>
              <a:path w="817244" h="433070">
                <a:moveTo>
                  <a:pt x="752724" y="273938"/>
                </a:moveTo>
                <a:lnTo>
                  <a:pt x="747140" y="292226"/>
                </a:lnTo>
                <a:lnTo>
                  <a:pt x="764285" y="297560"/>
                </a:lnTo>
                <a:lnTo>
                  <a:pt x="737848" y="382427"/>
                </a:lnTo>
                <a:lnTo>
                  <a:pt x="734375" y="396532"/>
                </a:lnTo>
                <a:lnTo>
                  <a:pt x="733674" y="405515"/>
                </a:lnTo>
                <a:lnTo>
                  <a:pt x="734305" y="410468"/>
                </a:lnTo>
                <a:lnTo>
                  <a:pt x="736472" y="415040"/>
                </a:lnTo>
                <a:lnTo>
                  <a:pt x="740282" y="419099"/>
                </a:lnTo>
                <a:lnTo>
                  <a:pt x="744092" y="423290"/>
                </a:lnTo>
                <a:lnTo>
                  <a:pt x="777108" y="432815"/>
                </a:lnTo>
                <a:lnTo>
                  <a:pt x="780156" y="411098"/>
                </a:lnTo>
                <a:lnTo>
                  <a:pt x="775715" y="410336"/>
                </a:lnTo>
                <a:lnTo>
                  <a:pt x="772286" y="409574"/>
                </a:lnTo>
                <a:lnTo>
                  <a:pt x="759332" y="396620"/>
                </a:lnTo>
                <a:lnTo>
                  <a:pt x="760213" y="392180"/>
                </a:lnTo>
                <a:lnTo>
                  <a:pt x="762380" y="385571"/>
                </a:lnTo>
                <a:lnTo>
                  <a:pt x="787526" y="304799"/>
                </a:lnTo>
                <a:lnTo>
                  <a:pt x="813321" y="304799"/>
                </a:lnTo>
                <a:lnTo>
                  <a:pt x="816732" y="293882"/>
                </a:lnTo>
                <a:lnTo>
                  <a:pt x="793241" y="286643"/>
                </a:lnTo>
                <a:lnTo>
                  <a:pt x="795528" y="279272"/>
                </a:lnTo>
                <a:lnTo>
                  <a:pt x="770000" y="279272"/>
                </a:lnTo>
                <a:lnTo>
                  <a:pt x="752724" y="273938"/>
                </a:lnTo>
                <a:close/>
              </a:path>
              <a:path w="817244" h="433070">
                <a:moveTo>
                  <a:pt x="676655" y="250185"/>
                </a:moveTo>
                <a:lnTo>
                  <a:pt x="633602" y="388238"/>
                </a:lnTo>
                <a:lnTo>
                  <a:pt x="656962" y="395609"/>
                </a:lnTo>
                <a:lnTo>
                  <a:pt x="680734" y="319775"/>
                </a:lnTo>
                <a:lnTo>
                  <a:pt x="685735" y="307773"/>
                </a:lnTo>
                <a:lnTo>
                  <a:pt x="714755" y="285237"/>
                </a:lnTo>
                <a:lnTo>
                  <a:pt x="743877" y="285237"/>
                </a:lnTo>
                <a:lnTo>
                  <a:pt x="749162" y="277748"/>
                </a:lnTo>
                <a:lnTo>
                  <a:pt x="691133" y="277748"/>
                </a:lnTo>
                <a:lnTo>
                  <a:pt x="697729" y="256793"/>
                </a:lnTo>
                <a:lnTo>
                  <a:pt x="676655" y="250185"/>
                </a:lnTo>
                <a:close/>
              </a:path>
              <a:path w="817244" h="433070">
                <a:moveTo>
                  <a:pt x="813321" y="304799"/>
                </a:moveTo>
                <a:lnTo>
                  <a:pt x="787526" y="304799"/>
                </a:lnTo>
                <a:lnTo>
                  <a:pt x="811017" y="312170"/>
                </a:lnTo>
                <a:lnTo>
                  <a:pt x="813321" y="304799"/>
                </a:lnTo>
                <a:close/>
              </a:path>
              <a:path w="817244" h="433070">
                <a:moveTo>
                  <a:pt x="743877" y="285237"/>
                </a:moveTo>
                <a:lnTo>
                  <a:pt x="714755" y="285237"/>
                </a:lnTo>
                <a:lnTo>
                  <a:pt x="719827" y="286761"/>
                </a:lnTo>
                <a:lnTo>
                  <a:pt x="725542" y="288548"/>
                </a:lnTo>
                <a:lnTo>
                  <a:pt x="730757" y="292095"/>
                </a:lnTo>
                <a:lnTo>
                  <a:pt x="735448" y="297179"/>
                </a:lnTo>
                <a:lnTo>
                  <a:pt x="743877" y="285237"/>
                </a:lnTo>
                <a:close/>
              </a:path>
              <a:path w="817244" h="433070">
                <a:moveTo>
                  <a:pt x="808219" y="238374"/>
                </a:moveTo>
                <a:lnTo>
                  <a:pt x="780668" y="245114"/>
                </a:lnTo>
                <a:lnTo>
                  <a:pt x="770000" y="279272"/>
                </a:lnTo>
                <a:lnTo>
                  <a:pt x="795528" y="279272"/>
                </a:lnTo>
                <a:lnTo>
                  <a:pt x="808219" y="238374"/>
                </a:lnTo>
                <a:close/>
              </a:path>
              <a:path w="817244" h="433070">
                <a:moveTo>
                  <a:pt x="723137" y="261234"/>
                </a:moveTo>
                <a:lnTo>
                  <a:pt x="717672" y="261234"/>
                </a:lnTo>
                <a:lnTo>
                  <a:pt x="711952" y="263062"/>
                </a:lnTo>
                <a:lnTo>
                  <a:pt x="702662" y="268013"/>
                </a:lnTo>
                <a:lnTo>
                  <a:pt x="691133" y="277748"/>
                </a:lnTo>
                <a:lnTo>
                  <a:pt x="749162" y="277748"/>
                </a:lnTo>
                <a:lnTo>
                  <a:pt x="749569" y="277173"/>
                </a:lnTo>
                <a:lnTo>
                  <a:pt x="739527" y="268326"/>
                </a:lnTo>
                <a:lnTo>
                  <a:pt x="728590" y="263021"/>
                </a:lnTo>
                <a:lnTo>
                  <a:pt x="723137" y="261234"/>
                </a:lnTo>
                <a:close/>
              </a:path>
            </a:pathLst>
          </a:custGeom>
          <a:solidFill>
            <a:srgbClr val="000000"/>
          </a:solidFill>
        </p:spPr>
        <p:txBody>
          <a:bodyPr wrap="square" lIns="0" tIns="0" rIns="0" bIns="0" rtlCol="0"/>
          <a:lstStyle/>
          <a:p>
            <a:endParaRPr/>
          </a:p>
        </p:txBody>
      </p:sp>
      <p:sp>
        <p:nvSpPr>
          <p:cNvPr id="20" name="object 20"/>
          <p:cNvSpPr/>
          <p:nvPr/>
        </p:nvSpPr>
        <p:spPr>
          <a:xfrm>
            <a:off x="3181730" y="3977641"/>
            <a:ext cx="4080510" cy="208279"/>
          </a:xfrm>
          <a:custGeom>
            <a:avLst/>
            <a:gdLst/>
            <a:ahLst/>
            <a:cxnLst/>
            <a:rect l="l" t="t" r="r" b="b"/>
            <a:pathLst>
              <a:path w="4080510" h="208279">
                <a:moveTo>
                  <a:pt x="188082" y="17775"/>
                </a:moveTo>
                <a:lnTo>
                  <a:pt x="0" y="117597"/>
                </a:lnTo>
                <a:lnTo>
                  <a:pt x="192785" y="208275"/>
                </a:lnTo>
                <a:lnTo>
                  <a:pt x="190917" y="132587"/>
                </a:lnTo>
                <a:lnTo>
                  <a:pt x="171830" y="132587"/>
                </a:lnTo>
                <a:lnTo>
                  <a:pt x="170937" y="94487"/>
                </a:lnTo>
                <a:lnTo>
                  <a:pt x="189965" y="94028"/>
                </a:lnTo>
                <a:lnTo>
                  <a:pt x="188082" y="17775"/>
                </a:lnTo>
                <a:close/>
              </a:path>
              <a:path w="4080510" h="208279">
                <a:moveTo>
                  <a:pt x="189965" y="94028"/>
                </a:moveTo>
                <a:lnTo>
                  <a:pt x="170937" y="94487"/>
                </a:lnTo>
                <a:lnTo>
                  <a:pt x="171830" y="132587"/>
                </a:lnTo>
                <a:lnTo>
                  <a:pt x="190906" y="132126"/>
                </a:lnTo>
                <a:lnTo>
                  <a:pt x="189965" y="94028"/>
                </a:lnTo>
                <a:close/>
              </a:path>
              <a:path w="4080510" h="208279">
                <a:moveTo>
                  <a:pt x="190906" y="132126"/>
                </a:moveTo>
                <a:lnTo>
                  <a:pt x="171830" y="132587"/>
                </a:lnTo>
                <a:lnTo>
                  <a:pt x="190917" y="132587"/>
                </a:lnTo>
                <a:lnTo>
                  <a:pt x="190906" y="132126"/>
                </a:lnTo>
                <a:close/>
              </a:path>
              <a:path w="4080510" h="208279">
                <a:moveTo>
                  <a:pt x="4079488" y="0"/>
                </a:moveTo>
                <a:lnTo>
                  <a:pt x="189965" y="94028"/>
                </a:lnTo>
                <a:lnTo>
                  <a:pt x="190906" y="132126"/>
                </a:lnTo>
                <a:lnTo>
                  <a:pt x="4080372" y="38099"/>
                </a:lnTo>
                <a:lnTo>
                  <a:pt x="4079488" y="0"/>
                </a:lnTo>
                <a:close/>
              </a:path>
            </a:pathLst>
          </a:custGeom>
          <a:solidFill>
            <a:srgbClr val="000000"/>
          </a:solidFill>
        </p:spPr>
        <p:txBody>
          <a:bodyPr wrap="square" lIns="0" tIns="0" rIns="0" bIns="0" rtlCol="0"/>
          <a:lstStyle/>
          <a:p>
            <a:endParaRPr/>
          </a:p>
        </p:txBody>
      </p:sp>
      <p:sp>
        <p:nvSpPr>
          <p:cNvPr id="21" name="object 21"/>
          <p:cNvSpPr txBox="1"/>
          <p:nvPr/>
        </p:nvSpPr>
        <p:spPr>
          <a:xfrm>
            <a:off x="4223134" y="3638363"/>
            <a:ext cx="2266315" cy="338554"/>
          </a:xfrm>
          <a:prstGeom prst="rect">
            <a:avLst/>
          </a:prstGeom>
        </p:spPr>
        <p:txBody>
          <a:bodyPr vert="horz" wrap="square" lIns="0" tIns="0" rIns="0" bIns="0" rtlCol="0">
            <a:spAutoFit/>
          </a:bodyPr>
          <a:lstStyle/>
          <a:p>
            <a:pPr marL="12700"/>
            <a:r>
              <a:rPr sz="2200" spc="-110" dirty="0">
                <a:latin typeface="Arial"/>
                <a:cs typeface="Arial"/>
              </a:rPr>
              <a:t>W</a:t>
            </a:r>
            <a:r>
              <a:rPr sz="2200" spc="-15" dirty="0">
                <a:latin typeface="Arial"/>
                <a:cs typeface="Arial"/>
              </a:rPr>
              <a:t>arn</a:t>
            </a:r>
            <a:r>
              <a:rPr sz="2200" spc="-10" dirty="0">
                <a:latin typeface="Arial"/>
                <a:cs typeface="Arial"/>
              </a:rPr>
              <a:t>i</a:t>
            </a:r>
            <a:r>
              <a:rPr sz="2200" spc="-15" dirty="0">
                <a:latin typeface="Arial"/>
                <a:cs typeface="Arial"/>
              </a:rPr>
              <a:t>ng</a:t>
            </a:r>
            <a:r>
              <a:rPr sz="2200" spc="75" dirty="0">
                <a:latin typeface="Times New Roman"/>
                <a:cs typeface="Times New Roman"/>
              </a:rPr>
              <a:t> </a:t>
            </a:r>
            <a:r>
              <a:rPr sz="2200" spc="-15" dirty="0">
                <a:latin typeface="Arial"/>
                <a:cs typeface="Arial"/>
              </a:rPr>
              <a:t>Mes</a:t>
            </a:r>
            <a:r>
              <a:rPr sz="2200" spc="-10" dirty="0">
                <a:latin typeface="Arial"/>
                <a:cs typeface="Arial"/>
              </a:rPr>
              <a:t>s</a:t>
            </a:r>
            <a:r>
              <a:rPr sz="2200" spc="-20" dirty="0">
                <a:latin typeface="Arial"/>
                <a:cs typeface="Arial"/>
              </a:rPr>
              <a:t>age</a:t>
            </a:r>
            <a:endParaRPr sz="2200">
              <a:latin typeface="Arial"/>
              <a:cs typeface="Arial"/>
            </a:endParaRPr>
          </a:p>
        </p:txBody>
      </p:sp>
      <p:sp>
        <p:nvSpPr>
          <p:cNvPr id="22" name="object 22"/>
          <p:cNvSpPr/>
          <p:nvPr/>
        </p:nvSpPr>
        <p:spPr>
          <a:xfrm>
            <a:off x="6796796" y="4995291"/>
            <a:ext cx="1736725" cy="365760"/>
          </a:xfrm>
          <a:custGeom>
            <a:avLst/>
            <a:gdLst/>
            <a:ahLst/>
            <a:cxnLst/>
            <a:rect l="l" t="t" r="r" b="b"/>
            <a:pathLst>
              <a:path w="1736725" h="365760">
                <a:moveTo>
                  <a:pt x="191028" y="75196"/>
                </a:moveTo>
                <a:lnTo>
                  <a:pt x="184876" y="112794"/>
                </a:lnTo>
                <a:lnTo>
                  <a:pt x="1730105" y="365378"/>
                </a:lnTo>
                <a:lnTo>
                  <a:pt x="1736201" y="327791"/>
                </a:lnTo>
                <a:lnTo>
                  <a:pt x="191028" y="75196"/>
                </a:lnTo>
                <a:close/>
              </a:path>
              <a:path w="1736725" h="365760">
                <a:moveTo>
                  <a:pt x="203332" y="0"/>
                </a:moveTo>
                <a:lnTo>
                  <a:pt x="0" y="63245"/>
                </a:lnTo>
                <a:lnTo>
                  <a:pt x="172577" y="187964"/>
                </a:lnTo>
                <a:lnTo>
                  <a:pt x="184876" y="112794"/>
                </a:lnTo>
                <a:lnTo>
                  <a:pt x="166115" y="109727"/>
                </a:lnTo>
                <a:lnTo>
                  <a:pt x="172333" y="72140"/>
                </a:lnTo>
                <a:lnTo>
                  <a:pt x="191528" y="72140"/>
                </a:lnTo>
                <a:lnTo>
                  <a:pt x="203332" y="0"/>
                </a:lnTo>
                <a:close/>
              </a:path>
              <a:path w="1736725" h="365760">
                <a:moveTo>
                  <a:pt x="172333" y="72140"/>
                </a:moveTo>
                <a:lnTo>
                  <a:pt x="166115" y="109727"/>
                </a:lnTo>
                <a:lnTo>
                  <a:pt x="184876" y="112794"/>
                </a:lnTo>
                <a:lnTo>
                  <a:pt x="191028" y="75196"/>
                </a:lnTo>
                <a:lnTo>
                  <a:pt x="172333" y="72140"/>
                </a:lnTo>
                <a:close/>
              </a:path>
              <a:path w="1736725" h="365760">
                <a:moveTo>
                  <a:pt x="191528" y="72140"/>
                </a:moveTo>
                <a:lnTo>
                  <a:pt x="172333" y="72140"/>
                </a:lnTo>
                <a:lnTo>
                  <a:pt x="191028" y="75196"/>
                </a:lnTo>
                <a:lnTo>
                  <a:pt x="191528" y="72140"/>
                </a:lnTo>
                <a:close/>
              </a:path>
            </a:pathLst>
          </a:custGeom>
          <a:solidFill>
            <a:srgbClr val="000000"/>
          </a:solidFill>
        </p:spPr>
        <p:txBody>
          <a:bodyPr wrap="square" lIns="0" tIns="0" rIns="0" bIns="0" rtlCol="0"/>
          <a:lstStyle/>
          <a:p>
            <a:endParaRPr/>
          </a:p>
        </p:txBody>
      </p:sp>
      <p:sp>
        <p:nvSpPr>
          <p:cNvPr id="23" name="object 23"/>
          <p:cNvSpPr/>
          <p:nvPr/>
        </p:nvSpPr>
        <p:spPr>
          <a:xfrm>
            <a:off x="7150487" y="4809875"/>
            <a:ext cx="1050925" cy="381000"/>
          </a:xfrm>
          <a:custGeom>
            <a:avLst/>
            <a:gdLst/>
            <a:ahLst/>
            <a:cxnLst/>
            <a:rect l="l" t="t" r="r" b="b"/>
            <a:pathLst>
              <a:path w="1050925" h="381000">
                <a:moveTo>
                  <a:pt x="34808" y="0"/>
                </a:moveTo>
                <a:lnTo>
                  <a:pt x="0" y="196595"/>
                </a:lnTo>
                <a:lnTo>
                  <a:pt x="122803" y="218431"/>
                </a:lnTo>
                <a:lnTo>
                  <a:pt x="126857" y="195190"/>
                </a:lnTo>
                <a:lnTo>
                  <a:pt x="30083" y="178045"/>
                </a:lnTo>
                <a:lnTo>
                  <a:pt x="60838" y="4690"/>
                </a:lnTo>
                <a:lnTo>
                  <a:pt x="34808" y="0"/>
                </a:lnTo>
                <a:close/>
              </a:path>
              <a:path w="1050925" h="381000">
                <a:moveTo>
                  <a:pt x="222607" y="86792"/>
                </a:moveTo>
                <a:lnTo>
                  <a:pt x="177607" y="102982"/>
                </a:lnTo>
                <a:lnTo>
                  <a:pt x="154685" y="150613"/>
                </a:lnTo>
                <a:lnTo>
                  <a:pt x="152864" y="168490"/>
                </a:lnTo>
                <a:lnTo>
                  <a:pt x="153627" y="180527"/>
                </a:lnTo>
                <a:lnTo>
                  <a:pt x="176523" y="223209"/>
                </a:lnTo>
                <a:lnTo>
                  <a:pt x="215752" y="237804"/>
                </a:lnTo>
                <a:lnTo>
                  <a:pt x="226410" y="237528"/>
                </a:lnTo>
                <a:lnTo>
                  <a:pt x="238906" y="235018"/>
                </a:lnTo>
                <a:lnTo>
                  <a:pt x="254424" y="229773"/>
                </a:lnTo>
                <a:lnTo>
                  <a:pt x="264570" y="222475"/>
                </a:lnTo>
                <a:lnTo>
                  <a:pt x="269209" y="217421"/>
                </a:lnTo>
                <a:lnTo>
                  <a:pt x="224366" y="217421"/>
                </a:lnTo>
                <a:lnTo>
                  <a:pt x="211612" y="217020"/>
                </a:lnTo>
                <a:lnTo>
                  <a:pt x="181725" y="193365"/>
                </a:lnTo>
                <a:lnTo>
                  <a:pt x="177871" y="169696"/>
                </a:lnTo>
                <a:lnTo>
                  <a:pt x="179435" y="155066"/>
                </a:lnTo>
                <a:lnTo>
                  <a:pt x="195843" y="120475"/>
                </a:lnTo>
                <a:lnTo>
                  <a:pt x="218725" y="107649"/>
                </a:lnTo>
                <a:lnTo>
                  <a:pt x="272611" y="107649"/>
                </a:lnTo>
                <a:lnTo>
                  <a:pt x="272434" y="107431"/>
                </a:lnTo>
                <a:lnTo>
                  <a:pt x="263979" y="100455"/>
                </a:lnTo>
                <a:lnTo>
                  <a:pt x="253241" y="94728"/>
                </a:lnTo>
                <a:lnTo>
                  <a:pt x="239643" y="90193"/>
                </a:lnTo>
                <a:lnTo>
                  <a:pt x="222607" y="86792"/>
                </a:lnTo>
                <a:close/>
              </a:path>
              <a:path w="1050925" h="381000">
                <a:moveTo>
                  <a:pt x="272611" y="107649"/>
                </a:moveTo>
                <a:lnTo>
                  <a:pt x="218725" y="107649"/>
                </a:lnTo>
                <a:lnTo>
                  <a:pt x="231634" y="108162"/>
                </a:lnTo>
                <a:lnTo>
                  <a:pt x="242456" y="111895"/>
                </a:lnTo>
                <a:lnTo>
                  <a:pt x="264777" y="155066"/>
                </a:lnTo>
                <a:lnTo>
                  <a:pt x="264807" y="155869"/>
                </a:lnTo>
                <a:lnTo>
                  <a:pt x="263069" y="170869"/>
                </a:lnTo>
                <a:lnTo>
                  <a:pt x="236050" y="213873"/>
                </a:lnTo>
                <a:lnTo>
                  <a:pt x="224366" y="217421"/>
                </a:lnTo>
                <a:lnTo>
                  <a:pt x="269209" y="217421"/>
                </a:lnTo>
                <a:lnTo>
                  <a:pt x="286394" y="180298"/>
                </a:lnTo>
                <a:lnTo>
                  <a:pt x="290046" y="149556"/>
                </a:lnTo>
                <a:lnTo>
                  <a:pt x="288406" y="137232"/>
                </a:lnTo>
                <a:lnTo>
                  <a:pt x="284786" y="125948"/>
                </a:lnTo>
                <a:lnTo>
                  <a:pt x="279183" y="115714"/>
                </a:lnTo>
                <a:lnTo>
                  <a:pt x="272611" y="107649"/>
                </a:lnTo>
                <a:close/>
              </a:path>
              <a:path w="1050925" h="381000">
                <a:moveTo>
                  <a:pt x="297545" y="261615"/>
                </a:moveTo>
                <a:lnTo>
                  <a:pt x="296938" y="265159"/>
                </a:lnTo>
                <a:lnTo>
                  <a:pt x="296751" y="278049"/>
                </a:lnTo>
                <a:lnTo>
                  <a:pt x="300195" y="289529"/>
                </a:lnTo>
                <a:lnTo>
                  <a:pt x="338206" y="315363"/>
                </a:lnTo>
                <a:lnTo>
                  <a:pt x="355120" y="318797"/>
                </a:lnTo>
                <a:lnTo>
                  <a:pt x="366272" y="318587"/>
                </a:lnTo>
                <a:lnTo>
                  <a:pt x="378671" y="316242"/>
                </a:lnTo>
                <a:lnTo>
                  <a:pt x="393391" y="311302"/>
                </a:lnTo>
                <a:lnTo>
                  <a:pt x="402824" y="303634"/>
                </a:lnTo>
                <a:lnTo>
                  <a:pt x="406815" y="298597"/>
                </a:lnTo>
                <a:lnTo>
                  <a:pt x="362764" y="298597"/>
                </a:lnTo>
                <a:lnTo>
                  <a:pt x="348566" y="297464"/>
                </a:lnTo>
                <a:lnTo>
                  <a:pt x="335268" y="293362"/>
                </a:lnTo>
                <a:lnTo>
                  <a:pt x="325739" y="286511"/>
                </a:lnTo>
                <a:lnTo>
                  <a:pt x="321929" y="282439"/>
                </a:lnTo>
                <a:lnTo>
                  <a:pt x="320161" y="276605"/>
                </a:lnTo>
                <a:lnTo>
                  <a:pt x="320405" y="269235"/>
                </a:lnTo>
                <a:lnTo>
                  <a:pt x="297545" y="261615"/>
                </a:lnTo>
                <a:close/>
              </a:path>
              <a:path w="1050925" h="381000">
                <a:moveTo>
                  <a:pt x="422770" y="256775"/>
                </a:moveTo>
                <a:lnTo>
                  <a:pt x="397563" y="256775"/>
                </a:lnTo>
                <a:lnTo>
                  <a:pt x="394554" y="270518"/>
                </a:lnTo>
                <a:lnTo>
                  <a:pt x="391911" y="278891"/>
                </a:lnTo>
                <a:lnTo>
                  <a:pt x="388223" y="286511"/>
                </a:lnTo>
                <a:lnTo>
                  <a:pt x="383042" y="292095"/>
                </a:lnTo>
                <a:lnTo>
                  <a:pt x="373986" y="296371"/>
                </a:lnTo>
                <a:lnTo>
                  <a:pt x="362764" y="298597"/>
                </a:lnTo>
                <a:lnTo>
                  <a:pt x="406815" y="298597"/>
                </a:lnTo>
                <a:lnTo>
                  <a:pt x="412427" y="291515"/>
                </a:lnTo>
                <a:lnTo>
                  <a:pt x="416667" y="281145"/>
                </a:lnTo>
                <a:lnTo>
                  <a:pt x="420461" y="267915"/>
                </a:lnTo>
                <a:lnTo>
                  <a:pt x="422770" y="256775"/>
                </a:lnTo>
                <a:close/>
              </a:path>
              <a:path w="1050925" h="381000">
                <a:moveTo>
                  <a:pt x="369722" y="113212"/>
                </a:moveTo>
                <a:lnTo>
                  <a:pt x="327178" y="133954"/>
                </a:lnTo>
                <a:lnTo>
                  <a:pt x="309595" y="169613"/>
                </a:lnTo>
                <a:lnTo>
                  <a:pt x="306210" y="197635"/>
                </a:lnTo>
                <a:lnTo>
                  <a:pt x="307732" y="209701"/>
                </a:lnTo>
                <a:lnTo>
                  <a:pt x="333567" y="251112"/>
                </a:lnTo>
                <a:lnTo>
                  <a:pt x="374281" y="260566"/>
                </a:lnTo>
                <a:lnTo>
                  <a:pt x="386618" y="258877"/>
                </a:lnTo>
                <a:lnTo>
                  <a:pt x="397563" y="256775"/>
                </a:lnTo>
                <a:lnTo>
                  <a:pt x="422770" y="256775"/>
                </a:lnTo>
                <a:lnTo>
                  <a:pt x="423793" y="251840"/>
                </a:lnTo>
                <a:lnTo>
                  <a:pt x="425924" y="239845"/>
                </a:lnTo>
                <a:lnTo>
                  <a:pt x="369021" y="239845"/>
                </a:lnTo>
                <a:lnTo>
                  <a:pt x="353244" y="237507"/>
                </a:lnTo>
                <a:lnTo>
                  <a:pt x="343357" y="230426"/>
                </a:lnTo>
                <a:lnTo>
                  <a:pt x="334401" y="218155"/>
                </a:lnTo>
                <a:lnTo>
                  <a:pt x="331577" y="207463"/>
                </a:lnTo>
                <a:lnTo>
                  <a:pt x="331025" y="194595"/>
                </a:lnTo>
                <a:lnTo>
                  <a:pt x="332750" y="179569"/>
                </a:lnTo>
                <a:lnTo>
                  <a:pt x="351052" y="142607"/>
                </a:lnTo>
                <a:lnTo>
                  <a:pt x="371987" y="134641"/>
                </a:lnTo>
                <a:lnTo>
                  <a:pt x="444606" y="134641"/>
                </a:lnTo>
                <a:lnTo>
                  <a:pt x="444779" y="133666"/>
                </a:lnTo>
                <a:lnTo>
                  <a:pt x="414860" y="133666"/>
                </a:lnTo>
                <a:lnTo>
                  <a:pt x="405809" y="124478"/>
                </a:lnTo>
                <a:lnTo>
                  <a:pt x="394852" y="117994"/>
                </a:lnTo>
                <a:lnTo>
                  <a:pt x="381962" y="114222"/>
                </a:lnTo>
                <a:lnTo>
                  <a:pt x="369722" y="113212"/>
                </a:lnTo>
                <a:close/>
              </a:path>
              <a:path w="1050925" h="381000">
                <a:moveTo>
                  <a:pt x="444606" y="134641"/>
                </a:moveTo>
                <a:lnTo>
                  <a:pt x="371987" y="134641"/>
                </a:lnTo>
                <a:lnTo>
                  <a:pt x="386677" y="136168"/>
                </a:lnTo>
                <a:lnTo>
                  <a:pt x="397561" y="142532"/>
                </a:lnTo>
                <a:lnTo>
                  <a:pt x="406220" y="152903"/>
                </a:lnTo>
                <a:lnTo>
                  <a:pt x="409937" y="161326"/>
                </a:lnTo>
                <a:lnTo>
                  <a:pt x="411752" y="171864"/>
                </a:lnTo>
                <a:lnTo>
                  <a:pt x="411511" y="185250"/>
                </a:lnTo>
                <a:lnTo>
                  <a:pt x="398473" y="225605"/>
                </a:lnTo>
                <a:lnTo>
                  <a:pt x="369021" y="239845"/>
                </a:lnTo>
                <a:lnTo>
                  <a:pt x="425924" y="239845"/>
                </a:lnTo>
                <a:lnTo>
                  <a:pt x="444606" y="134641"/>
                </a:lnTo>
                <a:close/>
              </a:path>
              <a:path w="1050925" h="381000">
                <a:moveTo>
                  <a:pt x="423275" y="124836"/>
                </a:moveTo>
                <a:lnTo>
                  <a:pt x="414860" y="133666"/>
                </a:lnTo>
                <a:lnTo>
                  <a:pt x="444779" y="133666"/>
                </a:lnTo>
                <a:lnTo>
                  <a:pt x="445648" y="128777"/>
                </a:lnTo>
                <a:lnTo>
                  <a:pt x="423275" y="124836"/>
                </a:lnTo>
                <a:close/>
              </a:path>
              <a:path w="1050925" h="381000">
                <a:moveTo>
                  <a:pt x="652353" y="289678"/>
                </a:moveTo>
                <a:lnTo>
                  <a:pt x="629290" y="289678"/>
                </a:lnTo>
                <a:lnTo>
                  <a:pt x="626120" y="307716"/>
                </a:lnTo>
                <a:lnTo>
                  <a:pt x="648461" y="311657"/>
                </a:lnTo>
                <a:lnTo>
                  <a:pt x="652353" y="289678"/>
                </a:lnTo>
                <a:close/>
              </a:path>
              <a:path w="1050925" h="381000">
                <a:moveTo>
                  <a:pt x="601493" y="153865"/>
                </a:moveTo>
                <a:lnTo>
                  <a:pt x="558087" y="172944"/>
                </a:lnTo>
                <a:lnTo>
                  <a:pt x="540174" y="207731"/>
                </a:lnTo>
                <a:lnTo>
                  <a:pt x="535861" y="234922"/>
                </a:lnTo>
                <a:lnTo>
                  <a:pt x="536425" y="247357"/>
                </a:lnTo>
                <a:lnTo>
                  <a:pt x="559062" y="291589"/>
                </a:lnTo>
                <a:lnTo>
                  <a:pt x="596182" y="304802"/>
                </a:lnTo>
                <a:lnTo>
                  <a:pt x="608446" y="303035"/>
                </a:lnTo>
                <a:lnTo>
                  <a:pt x="619494" y="297999"/>
                </a:lnTo>
                <a:lnTo>
                  <a:pt x="629290" y="289678"/>
                </a:lnTo>
                <a:lnTo>
                  <a:pt x="652353" y="289678"/>
                </a:lnTo>
                <a:lnTo>
                  <a:pt x="653370" y="283934"/>
                </a:lnTo>
                <a:lnTo>
                  <a:pt x="598500" y="283934"/>
                </a:lnTo>
                <a:lnTo>
                  <a:pt x="583086" y="281711"/>
                </a:lnTo>
                <a:lnTo>
                  <a:pt x="573481" y="274407"/>
                </a:lnTo>
                <a:lnTo>
                  <a:pt x="564420" y="261504"/>
                </a:lnTo>
                <a:lnTo>
                  <a:pt x="561441" y="250630"/>
                </a:lnTo>
                <a:lnTo>
                  <a:pt x="560759" y="237833"/>
                </a:lnTo>
                <a:lnTo>
                  <a:pt x="562355" y="223134"/>
                </a:lnTo>
                <a:lnTo>
                  <a:pt x="580865" y="183349"/>
                </a:lnTo>
                <a:lnTo>
                  <a:pt x="601530" y="175457"/>
                </a:lnTo>
                <a:lnTo>
                  <a:pt x="642877" y="175457"/>
                </a:lnTo>
                <a:lnTo>
                  <a:pt x="639798" y="171150"/>
                </a:lnTo>
                <a:lnTo>
                  <a:pt x="628374" y="161197"/>
                </a:lnTo>
                <a:lnTo>
                  <a:pt x="618081" y="157060"/>
                </a:lnTo>
                <a:lnTo>
                  <a:pt x="601493" y="153865"/>
                </a:lnTo>
                <a:close/>
              </a:path>
              <a:path w="1050925" h="381000">
                <a:moveTo>
                  <a:pt x="642877" y="175457"/>
                </a:moveTo>
                <a:lnTo>
                  <a:pt x="601530" y="175457"/>
                </a:lnTo>
                <a:lnTo>
                  <a:pt x="616489" y="177093"/>
                </a:lnTo>
                <a:lnTo>
                  <a:pt x="627063" y="183696"/>
                </a:lnTo>
                <a:lnTo>
                  <a:pt x="635527" y="194771"/>
                </a:lnTo>
                <a:lnTo>
                  <a:pt x="638785" y="203476"/>
                </a:lnTo>
                <a:lnTo>
                  <a:pt x="640246" y="214377"/>
                </a:lnTo>
                <a:lnTo>
                  <a:pt x="639821" y="227996"/>
                </a:lnTo>
                <a:lnTo>
                  <a:pt x="627209" y="268881"/>
                </a:lnTo>
                <a:lnTo>
                  <a:pt x="598500" y="283934"/>
                </a:lnTo>
                <a:lnTo>
                  <a:pt x="653370" y="283934"/>
                </a:lnTo>
                <a:lnTo>
                  <a:pt x="671772" y="179999"/>
                </a:lnTo>
                <a:lnTo>
                  <a:pt x="646124" y="179999"/>
                </a:lnTo>
                <a:lnTo>
                  <a:pt x="642877" y="175457"/>
                </a:lnTo>
                <a:close/>
              </a:path>
              <a:path w="1050925" h="381000">
                <a:moveTo>
                  <a:pt x="659373" y="110870"/>
                </a:moveTo>
                <a:lnTo>
                  <a:pt x="646124" y="179999"/>
                </a:lnTo>
                <a:lnTo>
                  <a:pt x="671772" y="179999"/>
                </a:lnTo>
                <a:lnTo>
                  <a:pt x="683270" y="115061"/>
                </a:lnTo>
                <a:lnTo>
                  <a:pt x="659373" y="110870"/>
                </a:lnTo>
                <a:close/>
              </a:path>
              <a:path w="1050925" h="381000">
                <a:moveTo>
                  <a:pt x="806921" y="317372"/>
                </a:moveTo>
                <a:lnTo>
                  <a:pt x="782817" y="317372"/>
                </a:lnTo>
                <a:lnTo>
                  <a:pt x="782330" y="324230"/>
                </a:lnTo>
                <a:lnTo>
                  <a:pt x="782817" y="330326"/>
                </a:lnTo>
                <a:lnTo>
                  <a:pt x="784463" y="335779"/>
                </a:lnTo>
                <a:lnTo>
                  <a:pt x="809609" y="340232"/>
                </a:lnTo>
                <a:lnTo>
                  <a:pt x="807598" y="334255"/>
                </a:lnTo>
                <a:lnTo>
                  <a:pt x="806561" y="328159"/>
                </a:lnTo>
                <a:lnTo>
                  <a:pt x="806689" y="319553"/>
                </a:lnTo>
                <a:lnTo>
                  <a:pt x="806921" y="317372"/>
                </a:lnTo>
                <a:close/>
              </a:path>
              <a:path w="1050925" h="381000">
                <a:moveTo>
                  <a:pt x="739383" y="244339"/>
                </a:moveTo>
                <a:lnTo>
                  <a:pt x="732038" y="244339"/>
                </a:lnTo>
                <a:lnTo>
                  <a:pt x="727069" y="244720"/>
                </a:lnTo>
                <a:lnTo>
                  <a:pt x="689213" y="266437"/>
                </a:lnTo>
                <a:lnTo>
                  <a:pt x="684742" y="291081"/>
                </a:lnTo>
                <a:lnTo>
                  <a:pt x="688072" y="302522"/>
                </a:lnTo>
                <a:lnTo>
                  <a:pt x="732884" y="329702"/>
                </a:lnTo>
                <a:lnTo>
                  <a:pt x="744676" y="329848"/>
                </a:lnTo>
                <a:lnTo>
                  <a:pt x="758906" y="327823"/>
                </a:lnTo>
                <a:lnTo>
                  <a:pt x="770490" y="323679"/>
                </a:lnTo>
                <a:lnTo>
                  <a:pt x="782817" y="317372"/>
                </a:lnTo>
                <a:lnTo>
                  <a:pt x="806921" y="317372"/>
                </a:lnTo>
                <a:lnTo>
                  <a:pt x="807511" y="311829"/>
                </a:lnTo>
                <a:lnTo>
                  <a:pt x="748740" y="311829"/>
                </a:lnTo>
                <a:lnTo>
                  <a:pt x="735695" y="311014"/>
                </a:lnTo>
                <a:lnTo>
                  <a:pt x="726429" y="309371"/>
                </a:lnTo>
                <a:lnTo>
                  <a:pt x="719571" y="305942"/>
                </a:lnTo>
                <a:lnTo>
                  <a:pt x="715517" y="300727"/>
                </a:lnTo>
                <a:lnTo>
                  <a:pt x="711464" y="295655"/>
                </a:lnTo>
                <a:lnTo>
                  <a:pt x="709940" y="289809"/>
                </a:lnTo>
                <a:lnTo>
                  <a:pt x="711067" y="283332"/>
                </a:lnTo>
                <a:lnTo>
                  <a:pt x="711829" y="279141"/>
                </a:lnTo>
                <a:lnTo>
                  <a:pt x="736924" y="265281"/>
                </a:lnTo>
                <a:lnTo>
                  <a:pt x="769432" y="265281"/>
                </a:lnTo>
                <a:lnTo>
                  <a:pt x="780390" y="264631"/>
                </a:lnTo>
                <a:lnTo>
                  <a:pt x="790315" y="263139"/>
                </a:lnTo>
                <a:lnTo>
                  <a:pt x="815522" y="263139"/>
                </a:lnTo>
                <a:lnTo>
                  <a:pt x="818656" y="245492"/>
                </a:lnTo>
                <a:lnTo>
                  <a:pt x="764961" y="245492"/>
                </a:lnTo>
                <a:lnTo>
                  <a:pt x="749167" y="244851"/>
                </a:lnTo>
                <a:lnTo>
                  <a:pt x="739383" y="244339"/>
                </a:lnTo>
                <a:close/>
              </a:path>
              <a:path w="1050925" h="381000">
                <a:moveTo>
                  <a:pt x="815522" y="263139"/>
                </a:moveTo>
                <a:lnTo>
                  <a:pt x="790315" y="263139"/>
                </a:lnTo>
                <a:lnTo>
                  <a:pt x="788791" y="272033"/>
                </a:lnTo>
                <a:lnTo>
                  <a:pt x="786902" y="282570"/>
                </a:lnTo>
                <a:lnTo>
                  <a:pt x="784097" y="290440"/>
                </a:lnTo>
                <a:lnTo>
                  <a:pt x="780531" y="295393"/>
                </a:lnTo>
                <a:lnTo>
                  <a:pt x="775959" y="301870"/>
                </a:lnTo>
                <a:lnTo>
                  <a:pt x="769619" y="306442"/>
                </a:lnTo>
                <a:lnTo>
                  <a:pt x="760705" y="309550"/>
                </a:lnTo>
                <a:lnTo>
                  <a:pt x="748740" y="311829"/>
                </a:lnTo>
                <a:lnTo>
                  <a:pt x="807511" y="311829"/>
                </a:lnTo>
                <a:lnTo>
                  <a:pt x="807666" y="310370"/>
                </a:lnTo>
                <a:lnTo>
                  <a:pt x="809634" y="296951"/>
                </a:lnTo>
                <a:lnTo>
                  <a:pt x="812681" y="279141"/>
                </a:lnTo>
                <a:lnTo>
                  <a:pt x="815522" y="263139"/>
                </a:lnTo>
                <a:close/>
              </a:path>
              <a:path w="1050925" h="381000">
                <a:moveTo>
                  <a:pt x="769432" y="265281"/>
                </a:moveTo>
                <a:lnTo>
                  <a:pt x="736924" y="265281"/>
                </a:lnTo>
                <a:lnTo>
                  <a:pt x="753204" y="265389"/>
                </a:lnTo>
                <a:lnTo>
                  <a:pt x="768012" y="265365"/>
                </a:lnTo>
                <a:lnTo>
                  <a:pt x="769432" y="265281"/>
                </a:lnTo>
                <a:close/>
              </a:path>
              <a:path w="1050925" h="381000">
                <a:moveTo>
                  <a:pt x="813668" y="201905"/>
                </a:moveTo>
                <a:lnTo>
                  <a:pt x="754114" y="201905"/>
                </a:lnTo>
                <a:lnTo>
                  <a:pt x="770140" y="203862"/>
                </a:lnTo>
                <a:lnTo>
                  <a:pt x="782921" y="208642"/>
                </a:lnTo>
                <a:lnTo>
                  <a:pt x="791717" y="215895"/>
                </a:lnTo>
                <a:lnTo>
                  <a:pt x="795649" y="220717"/>
                </a:lnTo>
                <a:lnTo>
                  <a:pt x="796655" y="228087"/>
                </a:lnTo>
                <a:lnTo>
                  <a:pt x="794887" y="237993"/>
                </a:lnTo>
                <a:lnTo>
                  <a:pt x="794765" y="238886"/>
                </a:lnTo>
                <a:lnTo>
                  <a:pt x="794369" y="240910"/>
                </a:lnTo>
                <a:lnTo>
                  <a:pt x="789065" y="244801"/>
                </a:lnTo>
                <a:lnTo>
                  <a:pt x="778252" y="245470"/>
                </a:lnTo>
                <a:lnTo>
                  <a:pt x="764961" y="245492"/>
                </a:lnTo>
                <a:lnTo>
                  <a:pt x="818656" y="245492"/>
                </a:lnTo>
                <a:lnTo>
                  <a:pt x="820277" y="236338"/>
                </a:lnTo>
                <a:lnTo>
                  <a:pt x="821192" y="228849"/>
                </a:lnTo>
                <a:lnTo>
                  <a:pt x="820795" y="217669"/>
                </a:lnTo>
                <a:lnTo>
                  <a:pt x="819271" y="211835"/>
                </a:lnTo>
                <a:lnTo>
                  <a:pt x="816467" y="206882"/>
                </a:lnTo>
                <a:lnTo>
                  <a:pt x="813694" y="201929"/>
                </a:lnTo>
                <a:close/>
              </a:path>
              <a:path w="1050925" h="381000">
                <a:moveTo>
                  <a:pt x="749893" y="181854"/>
                </a:moveTo>
                <a:lnTo>
                  <a:pt x="707003" y="203745"/>
                </a:lnTo>
                <a:lnTo>
                  <a:pt x="700796" y="216026"/>
                </a:lnTo>
                <a:lnTo>
                  <a:pt x="725145" y="220576"/>
                </a:lnTo>
                <a:lnTo>
                  <a:pt x="732444" y="210223"/>
                </a:lnTo>
                <a:lnTo>
                  <a:pt x="743264" y="202949"/>
                </a:lnTo>
                <a:lnTo>
                  <a:pt x="754114" y="201905"/>
                </a:lnTo>
                <a:lnTo>
                  <a:pt x="813668" y="201905"/>
                </a:lnTo>
                <a:lnTo>
                  <a:pt x="808725" y="197226"/>
                </a:lnTo>
                <a:lnTo>
                  <a:pt x="800182" y="192218"/>
                </a:lnTo>
                <a:lnTo>
                  <a:pt x="791968" y="188650"/>
                </a:lnTo>
                <a:lnTo>
                  <a:pt x="779992" y="185368"/>
                </a:lnTo>
                <a:lnTo>
                  <a:pt x="762317" y="182125"/>
                </a:lnTo>
                <a:lnTo>
                  <a:pt x="749893" y="181854"/>
                </a:lnTo>
                <a:close/>
              </a:path>
              <a:path w="1050925" h="381000">
                <a:moveTo>
                  <a:pt x="1036504" y="358139"/>
                </a:moveTo>
                <a:lnTo>
                  <a:pt x="1012301" y="358139"/>
                </a:lnTo>
                <a:lnTo>
                  <a:pt x="1011935" y="364997"/>
                </a:lnTo>
                <a:lnTo>
                  <a:pt x="1012454" y="371093"/>
                </a:lnTo>
                <a:lnTo>
                  <a:pt x="1014100" y="376546"/>
                </a:lnTo>
                <a:lnTo>
                  <a:pt x="1039246" y="380999"/>
                </a:lnTo>
                <a:lnTo>
                  <a:pt x="1037203" y="375022"/>
                </a:lnTo>
                <a:lnTo>
                  <a:pt x="1036198" y="368926"/>
                </a:lnTo>
                <a:lnTo>
                  <a:pt x="1036282" y="360324"/>
                </a:lnTo>
                <a:lnTo>
                  <a:pt x="1036504" y="358139"/>
                </a:lnTo>
                <a:close/>
              </a:path>
              <a:path w="1050925" h="381000">
                <a:moveTo>
                  <a:pt x="961643" y="284987"/>
                </a:moveTo>
                <a:lnTo>
                  <a:pt x="949817" y="286130"/>
                </a:lnTo>
                <a:lnTo>
                  <a:pt x="943599" y="287654"/>
                </a:lnTo>
                <a:lnTo>
                  <a:pt x="937900" y="290321"/>
                </a:lnTo>
                <a:lnTo>
                  <a:pt x="932169" y="292857"/>
                </a:lnTo>
                <a:lnTo>
                  <a:pt x="914384" y="331207"/>
                </a:lnTo>
                <a:lnTo>
                  <a:pt x="914366" y="331850"/>
                </a:lnTo>
                <a:lnTo>
                  <a:pt x="917672" y="343292"/>
                </a:lnTo>
                <a:lnTo>
                  <a:pt x="962437" y="370416"/>
                </a:lnTo>
                <a:lnTo>
                  <a:pt x="974251" y="370559"/>
                </a:lnTo>
                <a:lnTo>
                  <a:pt x="988388" y="368508"/>
                </a:lnTo>
                <a:lnTo>
                  <a:pt x="999958" y="364425"/>
                </a:lnTo>
                <a:lnTo>
                  <a:pt x="1012301" y="358139"/>
                </a:lnTo>
                <a:lnTo>
                  <a:pt x="1036504" y="358139"/>
                </a:lnTo>
                <a:lnTo>
                  <a:pt x="1037074" y="352528"/>
                </a:lnTo>
                <a:lnTo>
                  <a:pt x="978275" y="352528"/>
                </a:lnTo>
                <a:lnTo>
                  <a:pt x="965332" y="351662"/>
                </a:lnTo>
                <a:lnTo>
                  <a:pt x="955913" y="350007"/>
                </a:lnTo>
                <a:lnTo>
                  <a:pt x="949208" y="346578"/>
                </a:lnTo>
                <a:lnTo>
                  <a:pt x="940948" y="336291"/>
                </a:lnTo>
                <a:lnTo>
                  <a:pt x="939545" y="330576"/>
                </a:lnTo>
                <a:lnTo>
                  <a:pt x="940673" y="324099"/>
                </a:lnTo>
                <a:lnTo>
                  <a:pt x="966480" y="306036"/>
                </a:lnTo>
                <a:lnTo>
                  <a:pt x="998175" y="306036"/>
                </a:lnTo>
                <a:lnTo>
                  <a:pt x="1009991" y="305337"/>
                </a:lnTo>
                <a:lnTo>
                  <a:pt x="1019921" y="303906"/>
                </a:lnTo>
                <a:lnTo>
                  <a:pt x="1045022" y="303906"/>
                </a:lnTo>
                <a:lnTo>
                  <a:pt x="1047893" y="287654"/>
                </a:lnTo>
                <a:lnTo>
                  <a:pt x="1048144" y="286259"/>
                </a:lnTo>
                <a:lnTo>
                  <a:pt x="994504" y="286259"/>
                </a:lnTo>
                <a:lnTo>
                  <a:pt x="978773" y="285618"/>
                </a:lnTo>
                <a:lnTo>
                  <a:pt x="969020" y="285106"/>
                </a:lnTo>
                <a:lnTo>
                  <a:pt x="961643" y="284987"/>
                </a:lnTo>
                <a:close/>
              </a:path>
              <a:path w="1050925" h="381000">
                <a:moveTo>
                  <a:pt x="851794" y="200905"/>
                </a:moveTo>
                <a:lnTo>
                  <a:pt x="848471" y="219574"/>
                </a:lnTo>
                <a:lnTo>
                  <a:pt x="866150" y="222753"/>
                </a:lnTo>
                <a:lnTo>
                  <a:pt x="850684" y="310345"/>
                </a:lnTo>
                <a:lnTo>
                  <a:pt x="849032" y="324706"/>
                </a:lnTo>
                <a:lnTo>
                  <a:pt x="849508" y="333755"/>
                </a:lnTo>
                <a:lnTo>
                  <a:pt x="850635" y="338577"/>
                </a:lnTo>
                <a:lnTo>
                  <a:pt x="853439" y="342768"/>
                </a:lnTo>
                <a:lnTo>
                  <a:pt x="862065" y="350138"/>
                </a:lnTo>
                <a:lnTo>
                  <a:pt x="868679" y="352674"/>
                </a:lnTo>
                <a:lnTo>
                  <a:pt x="877427" y="354198"/>
                </a:lnTo>
                <a:lnTo>
                  <a:pt x="882761" y="355210"/>
                </a:lnTo>
                <a:lnTo>
                  <a:pt x="889010" y="355591"/>
                </a:lnTo>
                <a:lnTo>
                  <a:pt x="895990" y="355341"/>
                </a:lnTo>
                <a:lnTo>
                  <a:pt x="896355" y="333374"/>
                </a:lnTo>
                <a:lnTo>
                  <a:pt x="891783" y="333243"/>
                </a:lnTo>
                <a:lnTo>
                  <a:pt x="888248" y="332862"/>
                </a:lnTo>
                <a:lnTo>
                  <a:pt x="885565" y="332481"/>
                </a:lnTo>
                <a:lnTo>
                  <a:pt x="881999" y="331850"/>
                </a:lnTo>
                <a:lnTo>
                  <a:pt x="879347" y="330707"/>
                </a:lnTo>
                <a:lnTo>
                  <a:pt x="877580" y="329183"/>
                </a:lnTo>
                <a:lnTo>
                  <a:pt x="875903" y="327778"/>
                </a:lnTo>
                <a:lnTo>
                  <a:pt x="874775" y="325873"/>
                </a:lnTo>
                <a:lnTo>
                  <a:pt x="874257" y="323849"/>
                </a:lnTo>
                <a:lnTo>
                  <a:pt x="873770" y="321682"/>
                </a:lnTo>
                <a:lnTo>
                  <a:pt x="874135" y="317241"/>
                </a:lnTo>
                <a:lnTo>
                  <a:pt x="875437" y="310133"/>
                </a:lnTo>
                <a:lnTo>
                  <a:pt x="890137" y="227075"/>
                </a:lnTo>
                <a:lnTo>
                  <a:pt x="915155" y="227075"/>
                </a:lnTo>
                <a:lnTo>
                  <a:pt x="917691" y="212597"/>
                </a:lnTo>
                <a:lnTo>
                  <a:pt x="893429" y="208275"/>
                </a:lnTo>
                <a:lnTo>
                  <a:pt x="894202" y="203953"/>
                </a:lnTo>
                <a:lnTo>
                  <a:pt x="869441" y="203953"/>
                </a:lnTo>
                <a:lnTo>
                  <a:pt x="851794" y="200905"/>
                </a:lnTo>
                <a:close/>
              </a:path>
              <a:path w="1050925" h="381000">
                <a:moveTo>
                  <a:pt x="1045022" y="303906"/>
                </a:moveTo>
                <a:lnTo>
                  <a:pt x="1019921" y="303906"/>
                </a:lnTo>
                <a:lnTo>
                  <a:pt x="1018275" y="312669"/>
                </a:lnTo>
                <a:lnTo>
                  <a:pt x="1016507" y="323337"/>
                </a:lnTo>
                <a:lnTo>
                  <a:pt x="1013703" y="331207"/>
                </a:lnTo>
                <a:lnTo>
                  <a:pt x="978275" y="352528"/>
                </a:lnTo>
                <a:lnTo>
                  <a:pt x="1037074" y="352528"/>
                </a:lnTo>
                <a:lnTo>
                  <a:pt x="1037218" y="351107"/>
                </a:lnTo>
                <a:lnTo>
                  <a:pt x="1039185" y="337666"/>
                </a:lnTo>
                <a:lnTo>
                  <a:pt x="1042195" y="319908"/>
                </a:lnTo>
                <a:lnTo>
                  <a:pt x="1045022" y="303906"/>
                </a:lnTo>
                <a:close/>
              </a:path>
              <a:path w="1050925" h="381000">
                <a:moveTo>
                  <a:pt x="998175" y="306036"/>
                </a:moveTo>
                <a:lnTo>
                  <a:pt x="966480" y="306036"/>
                </a:lnTo>
                <a:lnTo>
                  <a:pt x="997611" y="306069"/>
                </a:lnTo>
                <a:lnTo>
                  <a:pt x="998175" y="306036"/>
                </a:lnTo>
                <a:close/>
              </a:path>
              <a:path w="1050925" h="381000">
                <a:moveTo>
                  <a:pt x="1043294" y="242561"/>
                </a:moveTo>
                <a:lnTo>
                  <a:pt x="983767" y="242561"/>
                </a:lnTo>
                <a:lnTo>
                  <a:pt x="999806" y="244522"/>
                </a:lnTo>
                <a:lnTo>
                  <a:pt x="1012548" y="249372"/>
                </a:lnTo>
                <a:lnTo>
                  <a:pt x="1021323" y="256662"/>
                </a:lnTo>
                <a:lnTo>
                  <a:pt x="1025133" y="261484"/>
                </a:lnTo>
                <a:lnTo>
                  <a:pt x="1026292" y="268854"/>
                </a:lnTo>
                <a:lnTo>
                  <a:pt x="1024493" y="278629"/>
                </a:lnTo>
                <a:lnTo>
                  <a:pt x="1024371" y="279522"/>
                </a:lnTo>
                <a:lnTo>
                  <a:pt x="1023884" y="281677"/>
                </a:lnTo>
                <a:lnTo>
                  <a:pt x="1018664" y="285570"/>
                </a:lnTo>
                <a:lnTo>
                  <a:pt x="1007808" y="286237"/>
                </a:lnTo>
                <a:lnTo>
                  <a:pt x="994504" y="286259"/>
                </a:lnTo>
                <a:lnTo>
                  <a:pt x="1048144" y="286259"/>
                </a:lnTo>
                <a:lnTo>
                  <a:pt x="1049792" y="277105"/>
                </a:lnTo>
                <a:lnTo>
                  <a:pt x="1050797" y="269616"/>
                </a:lnTo>
                <a:lnTo>
                  <a:pt x="1050676" y="265294"/>
                </a:lnTo>
                <a:lnTo>
                  <a:pt x="1050401" y="258436"/>
                </a:lnTo>
                <a:lnTo>
                  <a:pt x="1048877" y="252602"/>
                </a:lnTo>
                <a:lnTo>
                  <a:pt x="1046104" y="247518"/>
                </a:lnTo>
                <a:lnTo>
                  <a:pt x="1043294" y="242561"/>
                </a:lnTo>
                <a:close/>
              </a:path>
              <a:path w="1050925" h="381000">
                <a:moveTo>
                  <a:pt x="979515" y="222595"/>
                </a:moveTo>
                <a:lnTo>
                  <a:pt x="936619" y="244479"/>
                </a:lnTo>
                <a:lnTo>
                  <a:pt x="930401" y="256662"/>
                </a:lnTo>
                <a:lnTo>
                  <a:pt x="954761" y="261266"/>
                </a:lnTo>
                <a:lnTo>
                  <a:pt x="962060" y="250951"/>
                </a:lnTo>
                <a:lnTo>
                  <a:pt x="972929" y="243648"/>
                </a:lnTo>
                <a:lnTo>
                  <a:pt x="983767" y="242561"/>
                </a:lnTo>
                <a:lnTo>
                  <a:pt x="1043294" y="242561"/>
                </a:lnTo>
                <a:lnTo>
                  <a:pt x="1038362" y="237993"/>
                </a:lnTo>
                <a:lnTo>
                  <a:pt x="1029793" y="232989"/>
                </a:lnTo>
                <a:lnTo>
                  <a:pt x="1021548" y="229419"/>
                </a:lnTo>
                <a:lnTo>
                  <a:pt x="1009552" y="226136"/>
                </a:lnTo>
                <a:lnTo>
                  <a:pt x="991936" y="222891"/>
                </a:lnTo>
                <a:lnTo>
                  <a:pt x="979515" y="222595"/>
                </a:lnTo>
                <a:close/>
              </a:path>
              <a:path w="1050925" h="381000">
                <a:moveTo>
                  <a:pt x="915155" y="227075"/>
                </a:moveTo>
                <a:lnTo>
                  <a:pt x="890137" y="227075"/>
                </a:lnTo>
                <a:lnTo>
                  <a:pt x="914399" y="231385"/>
                </a:lnTo>
                <a:lnTo>
                  <a:pt x="915155" y="227075"/>
                </a:lnTo>
                <a:close/>
              </a:path>
              <a:path w="1050925" h="381000">
                <a:moveTo>
                  <a:pt x="902329" y="158495"/>
                </a:moveTo>
                <a:lnTo>
                  <a:pt x="875781" y="168782"/>
                </a:lnTo>
                <a:lnTo>
                  <a:pt x="869441" y="203953"/>
                </a:lnTo>
                <a:lnTo>
                  <a:pt x="894202" y="203953"/>
                </a:lnTo>
                <a:lnTo>
                  <a:pt x="902329" y="158495"/>
                </a:lnTo>
                <a:close/>
              </a:path>
            </a:pathLst>
          </a:custGeom>
          <a:solidFill>
            <a:srgbClr val="000000"/>
          </a:solidFill>
        </p:spPr>
        <p:txBody>
          <a:bodyPr wrap="square" lIns="0" tIns="0" rIns="0" bIns="0" rtlCol="0"/>
          <a:lstStyle/>
          <a:p>
            <a:endParaRPr/>
          </a:p>
        </p:txBody>
      </p:sp>
      <p:sp>
        <p:nvSpPr>
          <p:cNvPr id="24" name="object 24"/>
          <p:cNvSpPr/>
          <p:nvPr/>
        </p:nvSpPr>
        <p:spPr>
          <a:xfrm>
            <a:off x="7261738" y="3519434"/>
            <a:ext cx="2110105" cy="955040"/>
          </a:xfrm>
          <a:custGeom>
            <a:avLst/>
            <a:gdLst/>
            <a:ahLst/>
            <a:cxnLst/>
            <a:rect l="l" t="t" r="r" b="b"/>
            <a:pathLst>
              <a:path w="2110104" h="955039">
                <a:moveTo>
                  <a:pt x="1950476" y="0"/>
                </a:moveTo>
                <a:lnTo>
                  <a:pt x="148509" y="341"/>
                </a:lnTo>
                <a:lnTo>
                  <a:pt x="106505" y="8884"/>
                </a:lnTo>
                <a:lnTo>
                  <a:pt x="69322" y="27717"/>
                </a:lnTo>
                <a:lnTo>
                  <a:pt x="38556" y="55251"/>
                </a:lnTo>
                <a:lnTo>
                  <a:pt x="15798" y="89894"/>
                </a:lnTo>
                <a:lnTo>
                  <a:pt x="2645" y="130053"/>
                </a:lnTo>
                <a:lnTo>
                  <a:pt x="0" y="159105"/>
                </a:lnTo>
                <a:lnTo>
                  <a:pt x="336" y="805937"/>
                </a:lnTo>
                <a:lnTo>
                  <a:pt x="8860" y="847951"/>
                </a:lnTo>
                <a:lnTo>
                  <a:pt x="27683" y="885149"/>
                </a:lnTo>
                <a:lnTo>
                  <a:pt x="55207" y="915933"/>
                </a:lnTo>
                <a:lnTo>
                  <a:pt x="89838" y="938706"/>
                </a:lnTo>
                <a:lnTo>
                  <a:pt x="129979" y="951869"/>
                </a:lnTo>
                <a:lnTo>
                  <a:pt x="159014" y="954517"/>
                </a:lnTo>
                <a:lnTo>
                  <a:pt x="1960977" y="954176"/>
                </a:lnTo>
                <a:lnTo>
                  <a:pt x="2003020" y="945636"/>
                </a:lnTo>
                <a:lnTo>
                  <a:pt x="2040229" y="926806"/>
                </a:lnTo>
                <a:lnTo>
                  <a:pt x="2071013" y="899282"/>
                </a:lnTo>
                <a:lnTo>
                  <a:pt x="2093778" y="864661"/>
                </a:lnTo>
                <a:lnTo>
                  <a:pt x="2106935" y="824538"/>
                </a:lnTo>
                <a:lnTo>
                  <a:pt x="2109581" y="795521"/>
                </a:lnTo>
                <a:lnTo>
                  <a:pt x="2109235" y="148518"/>
                </a:lnTo>
                <a:lnTo>
                  <a:pt x="2100678" y="106497"/>
                </a:lnTo>
                <a:lnTo>
                  <a:pt x="2081839" y="69308"/>
                </a:lnTo>
                <a:lnTo>
                  <a:pt x="2054306" y="38543"/>
                </a:lnTo>
                <a:lnTo>
                  <a:pt x="2019669" y="15792"/>
                </a:lnTo>
                <a:lnTo>
                  <a:pt x="1979520" y="2644"/>
                </a:lnTo>
                <a:lnTo>
                  <a:pt x="1950476" y="0"/>
                </a:lnTo>
                <a:close/>
              </a:path>
            </a:pathLst>
          </a:custGeom>
          <a:solidFill>
            <a:srgbClr val="00AF50"/>
          </a:solidFill>
        </p:spPr>
        <p:txBody>
          <a:bodyPr wrap="square" lIns="0" tIns="0" rIns="0" bIns="0" rtlCol="0"/>
          <a:lstStyle/>
          <a:p>
            <a:endParaRPr/>
          </a:p>
        </p:txBody>
      </p:sp>
      <p:sp>
        <p:nvSpPr>
          <p:cNvPr id="25" name="object 25"/>
          <p:cNvSpPr/>
          <p:nvPr/>
        </p:nvSpPr>
        <p:spPr>
          <a:xfrm>
            <a:off x="7261738" y="3519434"/>
            <a:ext cx="2110105" cy="955040"/>
          </a:xfrm>
          <a:custGeom>
            <a:avLst/>
            <a:gdLst/>
            <a:ahLst/>
            <a:cxnLst/>
            <a:rect l="l" t="t" r="r" b="b"/>
            <a:pathLst>
              <a:path w="2110104" h="955039">
                <a:moveTo>
                  <a:pt x="0" y="159105"/>
                </a:moveTo>
                <a:lnTo>
                  <a:pt x="5864" y="116152"/>
                </a:lnTo>
                <a:lnTo>
                  <a:pt x="22396" y="77654"/>
                </a:lnTo>
                <a:lnTo>
                  <a:pt x="48000" y="45205"/>
                </a:lnTo>
                <a:lnTo>
                  <a:pt x="81082" y="20394"/>
                </a:lnTo>
                <a:lnTo>
                  <a:pt x="120049" y="4814"/>
                </a:lnTo>
                <a:lnTo>
                  <a:pt x="1950476" y="0"/>
                </a:lnTo>
                <a:lnTo>
                  <a:pt x="1965186" y="670"/>
                </a:lnTo>
                <a:lnTo>
                  <a:pt x="2006820" y="10264"/>
                </a:lnTo>
                <a:lnTo>
                  <a:pt x="2043471" y="29991"/>
                </a:lnTo>
                <a:lnTo>
                  <a:pt x="2073548" y="58261"/>
                </a:lnTo>
                <a:lnTo>
                  <a:pt x="2095463" y="93485"/>
                </a:lnTo>
                <a:lnTo>
                  <a:pt x="2107623" y="134072"/>
                </a:lnTo>
                <a:lnTo>
                  <a:pt x="2109581" y="795521"/>
                </a:lnTo>
                <a:lnTo>
                  <a:pt x="2108910" y="810217"/>
                </a:lnTo>
                <a:lnTo>
                  <a:pt x="2099310" y="851819"/>
                </a:lnTo>
                <a:lnTo>
                  <a:pt x="2079571" y="888452"/>
                </a:lnTo>
                <a:lnTo>
                  <a:pt x="2051283" y="918519"/>
                </a:lnTo>
                <a:lnTo>
                  <a:pt x="2016039" y="940424"/>
                </a:lnTo>
                <a:lnTo>
                  <a:pt x="1975430" y="952571"/>
                </a:lnTo>
                <a:lnTo>
                  <a:pt x="159014" y="954517"/>
                </a:lnTo>
                <a:lnTo>
                  <a:pt x="144309" y="953845"/>
                </a:lnTo>
                <a:lnTo>
                  <a:pt x="102685" y="944240"/>
                </a:lnTo>
                <a:lnTo>
                  <a:pt x="66040" y="924493"/>
                </a:lnTo>
                <a:lnTo>
                  <a:pt x="35969" y="896202"/>
                </a:lnTo>
                <a:lnTo>
                  <a:pt x="14069" y="860964"/>
                </a:lnTo>
                <a:lnTo>
                  <a:pt x="1935" y="820378"/>
                </a:lnTo>
                <a:lnTo>
                  <a:pt x="0" y="159105"/>
                </a:lnTo>
                <a:close/>
              </a:path>
            </a:pathLst>
          </a:custGeom>
          <a:ln w="25399">
            <a:solidFill>
              <a:srgbClr val="000000"/>
            </a:solidFill>
          </a:ln>
        </p:spPr>
        <p:txBody>
          <a:bodyPr wrap="square" lIns="0" tIns="0" rIns="0" bIns="0" rtlCol="0"/>
          <a:lstStyle/>
          <a:p>
            <a:endParaRPr/>
          </a:p>
        </p:txBody>
      </p:sp>
      <p:sp>
        <p:nvSpPr>
          <p:cNvPr id="26" name="object 26"/>
          <p:cNvSpPr txBox="1"/>
          <p:nvPr/>
        </p:nvSpPr>
        <p:spPr>
          <a:xfrm>
            <a:off x="7473192" y="3616241"/>
            <a:ext cx="1686560" cy="861774"/>
          </a:xfrm>
          <a:prstGeom prst="rect">
            <a:avLst/>
          </a:prstGeom>
        </p:spPr>
        <p:txBody>
          <a:bodyPr vert="horz" wrap="square" lIns="0" tIns="0" rIns="0" bIns="0" rtlCol="0">
            <a:spAutoFit/>
          </a:bodyPr>
          <a:lstStyle/>
          <a:p>
            <a:pPr marL="12700" marR="5080" indent="257175"/>
            <a:r>
              <a:rPr sz="2800" spc="-25" dirty="0">
                <a:solidFill>
                  <a:srgbClr val="FFFFFF"/>
                </a:solidFill>
                <a:latin typeface="Arial"/>
                <a:cs typeface="Arial"/>
              </a:rPr>
              <a:t>Cen</a:t>
            </a:r>
            <a:r>
              <a:rPr sz="2800" spc="-5" dirty="0">
                <a:solidFill>
                  <a:srgbClr val="FFFFFF"/>
                </a:solidFill>
                <a:latin typeface="Arial"/>
                <a:cs typeface="Arial"/>
              </a:rPr>
              <a:t>t</a:t>
            </a:r>
            <a:r>
              <a:rPr sz="2800" spc="-10" dirty="0">
                <a:solidFill>
                  <a:srgbClr val="FFFFFF"/>
                </a:solidFill>
                <a:latin typeface="Arial"/>
                <a:cs typeface="Arial"/>
              </a:rPr>
              <a:t>r</a:t>
            </a:r>
            <a:r>
              <a:rPr sz="2800" spc="-15" dirty="0">
                <a:solidFill>
                  <a:srgbClr val="FFFFFF"/>
                </a:solidFill>
                <a:latin typeface="Arial"/>
                <a:cs typeface="Arial"/>
              </a:rPr>
              <a:t>a</a:t>
            </a:r>
            <a:r>
              <a:rPr sz="2800" spc="-10" dirty="0">
                <a:solidFill>
                  <a:srgbClr val="FFFFFF"/>
                </a:solidFill>
                <a:latin typeface="Arial"/>
                <a:cs typeface="Arial"/>
              </a:rPr>
              <a:t>l</a:t>
            </a:r>
            <a:r>
              <a:rPr sz="2800" spc="-10" dirty="0">
                <a:solidFill>
                  <a:srgbClr val="FFFFFF"/>
                </a:solidFill>
                <a:latin typeface="Times New Roman"/>
                <a:cs typeface="Times New Roman"/>
              </a:rPr>
              <a:t> </a:t>
            </a:r>
            <a:r>
              <a:rPr sz="2800" spc="-20" dirty="0">
                <a:solidFill>
                  <a:srgbClr val="FFFFFF"/>
                </a:solidFill>
                <a:latin typeface="Arial"/>
                <a:cs typeface="Arial"/>
              </a:rPr>
              <a:t>Mon</a:t>
            </a:r>
            <a:r>
              <a:rPr sz="2800" spc="-15" dirty="0">
                <a:solidFill>
                  <a:srgbClr val="FFFFFF"/>
                </a:solidFill>
                <a:latin typeface="Arial"/>
                <a:cs typeface="Arial"/>
              </a:rPr>
              <a:t>ito</a:t>
            </a:r>
            <a:r>
              <a:rPr sz="2800" spc="-10" dirty="0">
                <a:solidFill>
                  <a:srgbClr val="FFFFFF"/>
                </a:solidFill>
                <a:latin typeface="Arial"/>
                <a:cs typeface="Arial"/>
              </a:rPr>
              <a:t>rin</a:t>
            </a:r>
            <a:r>
              <a:rPr sz="2800" spc="-20" dirty="0">
                <a:solidFill>
                  <a:srgbClr val="FFFFFF"/>
                </a:solidFill>
                <a:latin typeface="Arial"/>
                <a:cs typeface="Arial"/>
              </a:rPr>
              <a:t>g</a:t>
            </a:r>
            <a:endParaRPr sz="2800">
              <a:latin typeface="Arial"/>
              <a:cs typeface="Arial"/>
            </a:endParaRPr>
          </a:p>
        </p:txBody>
      </p:sp>
      <p:sp>
        <p:nvSpPr>
          <p:cNvPr id="27" name="object 27"/>
          <p:cNvSpPr/>
          <p:nvPr/>
        </p:nvSpPr>
        <p:spPr>
          <a:xfrm>
            <a:off x="3176147" y="4866894"/>
            <a:ext cx="1502776" cy="930734"/>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4687184" y="4764654"/>
            <a:ext cx="2110105" cy="955040"/>
          </a:xfrm>
          <a:custGeom>
            <a:avLst/>
            <a:gdLst/>
            <a:ahLst/>
            <a:cxnLst/>
            <a:rect l="l" t="t" r="r" b="b"/>
            <a:pathLst>
              <a:path w="2110104" h="955039">
                <a:moveTo>
                  <a:pt x="1950476" y="0"/>
                </a:moveTo>
                <a:lnTo>
                  <a:pt x="148486" y="343"/>
                </a:lnTo>
                <a:lnTo>
                  <a:pt x="106497" y="8892"/>
                </a:lnTo>
                <a:lnTo>
                  <a:pt x="69323" y="27732"/>
                </a:lnTo>
                <a:lnTo>
                  <a:pt x="38558" y="55272"/>
                </a:lnTo>
                <a:lnTo>
                  <a:pt x="15801" y="89919"/>
                </a:lnTo>
                <a:lnTo>
                  <a:pt x="2646" y="130083"/>
                </a:lnTo>
                <a:lnTo>
                  <a:pt x="0" y="159139"/>
                </a:lnTo>
                <a:lnTo>
                  <a:pt x="343" y="805954"/>
                </a:lnTo>
                <a:lnTo>
                  <a:pt x="8893" y="847999"/>
                </a:lnTo>
                <a:lnTo>
                  <a:pt x="27730" y="885207"/>
                </a:lnTo>
                <a:lnTo>
                  <a:pt x="55257" y="915987"/>
                </a:lnTo>
                <a:lnTo>
                  <a:pt x="89880" y="938749"/>
                </a:lnTo>
                <a:lnTo>
                  <a:pt x="130000" y="951902"/>
                </a:lnTo>
                <a:lnTo>
                  <a:pt x="159014" y="954548"/>
                </a:lnTo>
                <a:lnTo>
                  <a:pt x="1961113" y="954198"/>
                </a:lnTo>
                <a:lnTo>
                  <a:pt x="2003125" y="945631"/>
                </a:lnTo>
                <a:lnTo>
                  <a:pt x="2040308" y="926785"/>
                </a:lnTo>
                <a:lnTo>
                  <a:pt x="2071069" y="899249"/>
                </a:lnTo>
                <a:lnTo>
                  <a:pt x="2093820" y="864609"/>
                </a:lnTo>
                <a:lnTo>
                  <a:pt x="2106967" y="824456"/>
                </a:lnTo>
                <a:lnTo>
                  <a:pt x="2109612" y="795409"/>
                </a:lnTo>
                <a:lnTo>
                  <a:pt x="2109262" y="148499"/>
                </a:lnTo>
                <a:lnTo>
                  <a:pt x="2100692" y="106482"/>
                </a:lnTo>
                <a:lnTo>
                  <a:pt x="2081842" y="69298"/>
                </a:lnTo>
                <a:lnTo>
                  <a:pt x="2054302" y="38537"/>
                </a:lnTo>
                <a:lnTo>
                  <a:pt x="2019662" y="15789"/>
                </a:lnTo>
                <a:lnTo>
                  <a:pt x="1979515" y="2644"/>
                </a:lnTo>
                <a:lnTo>
                  <a:pt x="1950476" y="0"/>
                </a:lnTo>
                <a:close/>
              </a:path>
            </a:pathLst>
          </a:custGeom>
          <a:solidFill>
            <a:srgbClr val="00AF50"/>
          </a:solidFill>
        </p:spPr>
        <p:txBody>
          <a:bodyPr wrap="square" lIns="0" tIns="0" rIns="0" bIns="0" rtlCol="0"/>
          <a:lstStyle/>
          <a:p>
            <a:endParaRPr/>
          </a:p>
        </p:txBody>
      </p:sp>
      <p:sp>
        <p:nvSpPr>
          <p:cNvPr id="29" name="object 29"/>
          <p:cNvSpPr/>
          <p:nvPr/>
        </p:nvSpPr>
        <p:spPr>
          <a:xfrm>
            <a:off x="4687184" y="4764654"/>
            <a:ext cx="2110105" cy="955040"/>
          </a:xfrm>
          <a:custGeom>
            <a:avLst/>
            <a:gdLst/>
            <a:ahLst/>
            <a:cxnLst/>
            <a:rect l="l" t="t" r="r" b="b"/>
            <a:pathLst>
              <a:path w="2110104" h="955039">
                <a:moveTo>
                  <a:pt x="0" y="159139"/>
                </a:moveTo>
                <a:lnTo>
                  <a:pt x="5865" y="116181"/>
                </a:lnTo>
                <a:lnTo>
                  <a:pt x="22398" y="77678"/>
                </a:lnTo>
                <a:lnTo>
                  <a:pt x="48002" y="45223"/>
                </a:lnTo>
                <a:lnTo>
                  <a:pt x="81081" y="20407"/>
                </a:lnTo>
                <a:lnTo>
                  <a:pt x="120037" y="4821"/>
                </a:lnTo>
                <a:lnTo>
                  <a:pt x="1950476" y="0"/>
                </a:lnTo>
                <a:lnTo>
                  <a:pt x="1965183" y="670"/>
                </a:lnTo>
                <a:lnTo>
                  <a:pt x="2006813" y="10262"/>
                </a:lnTo>
                <a:lnTo>
                  <a:pt x="2043466" y="29986"/>
                </a:lnTo>
                <a:lnTo>
                  <a:pt x="2073549" y="58252"/>
                </a:lnTo>
                <a:lnTo>
                  <a:pt x="2095473" y="93471"/>
                </a:lnTo>
                <a:lnTo>
                  <a:pt x="2107646" y="134054"/>
                </a:lnTo>
                <a:lnTo>
                  <a:pt x="2109612" y="795409"/>
                </a:lnTo>
                <a:lnTo>
                  <a:pt x="2108941" y="810121"/>
                </a:lnTo>
                <a:lnTo>
                  <a:pt x="2099348" y="851759"/>
                </a:lnTo>
                <a:lnTo>
                  <a:pt x="2079622" y="888413"/>
                </a:lnTo>
                <a:lnTo>
                  <a:pt x="2051354" y="918494"/>
                </a:lnTo>
                <a:lnTo>
                  <a:pt x="2016134" y="940413"/>
                </a:lnTo>
                <a:lnTo>
                  <a:pt x="1975555" y="952582"/>
                </a:lnTo>
                <a:lnTo>
                  <a:pt x="159014" y="954548"/>
                </a:lnTo>
                <a:lnTo>
                  <a:pt x="144320" y="953877"/>
                </a:lnTo>
                <a:lnTo>
                  <a:pt x="102721" y="944279"/>
                </a:lnTo>
                <a:lnTo>
                  <a:pt x="66089" y="924543"/>
                </a:lnTo>
                <a:lnTo>
                  <a:pt x="36019" y="896260"/>
                </a:lnTo>
                <a:lnTo>
                  <a:pt x="14107" y="861018"/>
                </a:lnTo>
                <a:lnTo>
                  <a:pt x="1952" y="820408"/>
                </a:lnTo>
                <a:lnTo>
                  <a:pt x="0" y="159139"/>
                </a:lnTo>
                <a:close/>
              </a:path>
            </a:pathLst>
          </a:custGeom>
          <a:ln w="25399">
            <a:solidFill>
              <a:srgbClr val="000000"/>
            </a:solidFill>
          </a:ln>
        </p:spPr>
        <p:txBody>
          <a:bodyPr wrap="square" lIns="0" tIns="0" rIns="0" bIns="0" rtlCol="0"/>
          <a:lstStyle/>
          <a:p>
            <a:endParaRPr/>
          </a:p>
        </p:txBody>
      </p:sp>
      <p:sp>
        <p:nvSpPr>
          <p:cNvPr id="30" name="object 30"/>
          <p:cNvSpPr txBox="1"/>
          <p:nvPr/>
        </p:nvSpPr>
        <p:spPr>
          <a:xfrm>
            <a:off x="4927221" y="4861604"/>
            <a:ext cx="1626870" cy="861774"/>
          </a:xfrm>
          <a:prstGeom prst="rect">
            <a:avLst/>
          </a:prstGeom>
        </p:spPr>
        <p:txBody>
          <a:bodyPr vert="horz" wrap="square" lIns="0" tIns="0" rIns="0" bIns="0" rtlCol="0">
            <a:spAutoFit/>
          </a:bodyPr>
          <a:lstStyle/>
          <a:p>
            <a:pPr marL="12700" marR="5080" indent="267970"/>
            <a:r>
              <a:rPr sz="2800" spc="-25" dirty="0">
                <a:solidFill>
                  <a:srgbClr val="FFFFFF"/>
                </a:solidFill>
                <a:latin typeface="Arial"/>
                <a:cs typeface="Arial"/>
              </a:rPr>
              <a:t>Rep</a:t>
            </a:r>
            <a:r>
              <a:rPr sz="2800" spc="-10" dirty="0">
                <a:solidFill>
                  <a:srgbClr val="FFFFFF"/>
                </a:solidFill>
                <a:latin typeface="Arial"/>
                <a:cs typeface="Arial"/>
              </a:rPr>
              <a:t>ort</a:t>
            </a:r>
            <a:r>
              <a:rPr sz="2800" spc="-10" dirty="0">
                <a:solidFill>
                  <a:srgbClr val="FFFFFF"/>
                </a:solidFill>
                <a:latin typeface="Times New Roman"/>
                <a:cs typeface="Times New Roman"/>
              </a:rPr>
              <a:t> </a:t>
            </a:r>
            <a:r>
              <a:rPr sz="2800" spc="-20" dirty="0">
                <a:solidFill>
                  <a:srgbClr val="FFFFFF"/>
                </a:solidFill>
                <a:latin typeface="Arial"/>
                <a:cs typeface="Arial"/>
              </a:rPr>
              <a:t>Gen</a:t>
            </a:r>
            <a:r>
              <a:rPr sz="2800" spc="-15" dirty="0">
                <a:solidFill>
                  <a:srgbClr val="FFFFFF"/>
                </a:solidFill>
                <a:latin typeface="Arial"/>
                <a:cs typeface="Arial"/>
              </a:rPr>
              <a:t>e</a:t>
            </a:r>
            <a:r>
              <a:rPr sz="2800" spc="-10" dirty="0">
                <a:solidFill>
                  <a:srgbClr val="FFFFFF"/>
                </a:solidFill>
                <a:latin typeface="Arial"/>
                <a:cs typeface="Arial"/>
              </a:rPr>
              <a:t>r</a:t>
            </a:r>
            <a:r>
              <a:rPr sz="2800" spc="-15" dirty="0">
                <a:solidFill>
                  <a:srgbClr val="FFFFFF"/>
                </a:solidFill>
                <a:latin typeface="Arial"/>
                <a:cs typeface="Arial"/>
              </a:rPr>
              <a:t>ator</a:t>
            </a:r>
            <a:endParaRPr sz="2800">
              <a:latin typeface="Arial"/>
              <a:cs typeface="Arial"/>
            </a:endParaRPr>
          </a:p>
        </p:txBody>
      </p:sp>
      <p:sp>
        <p:nvSpPr>
          <p:cNvPr id="31" name="object 31"/>
          <p:cNvSpPr/>
          <p:nvPr/>
        </p:nvSpPr>
        <p:spPr>
          <a:xfrm>
            <a:off x="7822691" y="1252728"/>
            <a:ext cx="707390" cy="728980"/>
          </a:xfrm>
          <a:custGeom>
            <a:avLst/>
            <a:gdLst/>
            <a:ahLst/>
            <a:cxnLst/>
            <a:rect l="l" t="t" r="r" b="b"/>
            <a:pathLst>
              <a:path w="707390" h="728980">
                <a:moveTo>
                  <a:pt x="0" y="728471"/>
                </a:moveTo>
                <a:lnTo>
                  <a:pt x="707218" y="728471"/>
                </a:lnTo>
                <a:lnTo>
                  <a:pt x="707218" y="0"/>
                </a:lnTo>
                <a:lnTo>
                  <a:pt x="0" y="0"/>
                </a:lnTo>
                <a:lnTo>
                  <a:pt x="0" y="728471"/>
                </a:lnTo>
                <a:close/>
              </a:path>
            </a:pathLst>
          </a:custGeom>
          <a:solidFill>
            <a:srgbClr val="7F007F"/>
          </a:solidFill>
        </p:spPr>
        <p:txBody>
          <a:bodyPr wrap="square" lIns="0" tIns="0" rIns="0" bIns="0" rtlCol="0"/>
          <a:lstStyle/>
          <a:p>
            <a:endParaRPr/>
          </a:p>
        </p:txBody>
      </p:sp>
      <p:sp>
        <p:nvSpPr>
          <p:cNvPr id="32" name="object 32"/>
          <p:cNvSpPr/>
          <p:nvPr/>
        </p:nvSpPr>
        <p:spPr>
          <a:xfrm>
            <a:off x="7822691" y="1252728"/>
            <a:ext cx="707390" cy="728980"/>
          </a:xfrm>
          <a:custGeom>
            <a:avLst/>
            <a:gdLst/>
            <a:ahLst/>
            <a:cxnLst/>
            <a:rect l="l" t="t" r="r" b="b"/>
            <a:pathLst>
              <a:path w="707390" h="728980">
                <a:moveTo>
                  <a:pt x="0" y="728471"/>
                </a:moveTo>
                <a:lnTo>
                  <a:pt x="707218" y="728471"/>
                </a:lnTo>
                <a:lnTo>
                  <a:pt x="707218" y="0"/>
                </a:lnTo>
                <a:lnTo>
                  <a:pt x="0" y="0"/>
                </a:lnTo>
                <a:lnTo>
                  <a:pt x="0" y="728471"/>
                </a:lnTo>
                <a:close/>
              </a:path>
            </a:pathLst>
          </a:custGeom>
          <a:ln w="31750">
            <a:solidFill>
              <a:srgbClr val="000000"/>
            </a:solidFill>
          </a:ln>
        </p:spPr>
        <p:txBody>
          <a:bodyPr wrap="square" lIns="0" tIns="0" rIns="0" bIns="0" rtlCol="0"/>
          <a:lstStyle/>
          <a:p>
            <a:endParaRPr/>
          </a:p>
        </p:txBody>
      </p:sp>
      <p:sp>
        <p:nvSpPr>
          <p:cNvPr id="33" name="object 33"/>
          <p:cNvSpPr/>
          <p:nvPr/>
        </p:nvSpPr>
        <p:spPr>
          <a:xfrm>
            <a:off x="8529950" y="1252728"/>
            <a:ext cx="1909445" cy="728980"/>
          </a:xfrm>
          <a:custGeom>
            <a:avLst/>
            <a:gdLst/>
            <a:ahLst/>
            <a:cxnLst/>
            <a:rect l="l" t="t" r="r" b="b"/>
            <a:pathLst>
              <a:path w="1909445" h="728980">
                <a:moveTo>
                  <a:pt x="0" y="728471"/>
                </a:moveTo>
                <a:lnTo>
                  <a:pt x="1909440" y="728471"/>
                </a:lnTo>
                <a:lnTo>
                  <a:pt x="1909440" y="0"/>
                </a:lnTo>
                <a:lnTo>
                  <a:pt x="0" y="0"/>
                </a:lnTo>
                <a:lnTo>
                  <a:pt x="0" y="728471"/>
                </a:lnTo>
                <a:close/>
              </a:path>
            </a:pathLst>
          </a:custGeom>
          <a:solidFill>
            <a:srgbClr val="FFFFFF"/>
          </a:solidFill>
        </p:spPr>
        <p:txBody>
          <a:bodyPr wrap="square" lIns="0" tIns="0" rIns="0" bIns="0" rtlCol="0"/>
          <a:lstStyle/>
          <a:p>
            <a:endParaRPr/>
          </a:p>
        </p:txBody>
      </p:sp>
      <p:sp>
        <p:nvSpPr>
          <p:cNvPr id="34" name="object 34"/>
          <p:cNvSpPr/>
          <p:nvPr/>
        </p:nvSpPr>
        <p:spPr>
          <a:xfrm>
            <a:off x="8529950" y="1252728"/>
            <a:ext cx="1909445" cy="728980"/>
          </a:xfrm>
          <a:custGeom>
            <a:avLst/>
            <a:gdLst/>
            <a:ahLst/>
            <a:cxnLst/>
            <a:rect l="l" t="t" r="r" b="b"/>
            <a:pathLst>
              <a:path w="1909445" h="728980">
                <a:moveTo>
                  <a:pt x="0" y="728471"/>
                </a:moveTo>
                <a:lnTo>
                  <a:pt x="1909440" y="728471"/>
                </a:lnTo>
                <a:lnTo>
                  <a:pt x="1909440" y="0"/>
                </a:lnTo>
                <a:lnTo>
                  <a:pt x="0" y="0"/>
                </a:lnTo>
                <a:lnTo>
                  <a:pt x="0" y="728471"/>
                </a:lnTo>
                <a:close/>
              </a:path>
            </a:pathLst>
          </a:custGeom>
          <a:ln w="31750">
            <a:solidFill>
              <a:srgbClr val="000000"/>
            </a:solidFill>
          </a:ln>
        </p:spPr>
        <p:txBody>
          <a:bodyPr wrap="square" lIns="0" tIns="0" rIns="0" bIns="0" rtlCol="0"/>
          <a:lstStyle/>
          <a:p>
            <a:endParaRPr/>
          </a:p>
        </p:txBody>
      </p:sp>
      <p:sp>
        <p:nvSpPr>
          <p:cNvPr id="35" name="object 35"/>
          <p:cNvSpPr txBox="1"/>
          <p:nvPr/>
        </p:nvSpPr>
        <p:spPr>
          <a:xfrm>
            <a:off x="8541518" y="1482155"/>
            <a:ext cx="1889125" cy="338554"/>
          </a:xfrm>
          <a:prstGeom prst="rect">
            <a:avLst/>
          </a:prstGeom>
        </p:spPr>
        <p:txBody>
          <a:bodyPr vert="horz" wrap="square" lIns="0" tIns="0" rIns="0" bIns="0" rtlCol="0">
            <a:spAutoFit/>
          </a:bodyPr>
          <a:lstStyle/>
          <a:p>
            <a:pPr marL="12700"/>
            <a:r>
              <a:rPr sz="2200" spc="-15" dirty="0">
                <a:latin typeface="Arial"/>
                <a:cs typeface="Arial"/>
              </a:rPr>
              <a:t>Pat</a:t>
            </a:r>
            <a:r>
              <a:rPr sz="2200" dirty="0">
                <a:latin typeface="Arial"/>
                <a:cs typeface="Arial"/>
              </a:rPr>
              <a:t>i</a:t>
            </a:r>
            <a:r>
              <a:rPr sz="2200" spc="-20" dirty="0">
                <a:latin typeface="Arial"/>
                <a:cs typeface="Arial"/>
              </a:rPr>
              <a:t>en</a:t>
            </a:r>
            <a:r>
              <a:rPr sz="2200" spc="-10" dirty="0">
                <a:latin typeface="Arial"/>
                <a:cs typeface="Arial"/>
              </a:rPr>
              <a:t>t</a:t>
            </a:r>
            <a:r>
              <a:rPr sz="2200" spc="65" dirty="0">
                <a:latin typeface="Times New Roman"/>
                <a:cs typeface="Times New Roman"/>
              </a:rPr>
              <a:t> </a:t>
            </a:r>
            <a:r>
              <a:rPr sz="2200" spc="-20" dirty="0">
                <a:latin typeface="Arial"/>
                <a:cs typeface="Arial"/>
              </a:rPr>
              <a:t>b</a:t>
            </a:r>
            <a:r>
              <a:rPr sz="2200" spc="-15" dirty="0">
                <a:latin typeface="Arial"/>
                <a:cs typeface="Arial"/>
              </a:rPr>
              <a:t>o</a:t>
            </a:r>
            <a:r>
              <a:rPr sz="2200" spc="-20" dirty="0">
                <a:latin typeface="Arial"/>
                <a:cs typeface="Arial"/>
              </a:rPr>
              <a:t>un</a:t>
            </a:r>
            <a:r>
              <a:rPr sz="2200" spc="-10" dirty="0">
                <a:latin typeface="Arial"/>
                <a:cs typeface="Arial"/>
              </a:rPr>
              <a:t>d</a:t>
            </a:r>
            <a:r>
              <a:rPr sz="2200" spc="-15" dirty="0">
                <a:latin typeface="Arial"/>
                <a:cs typeface="Arial"/>
              </a:rPr>
              <a:t>s</a:t>
            </a:r>
            <a:endParaRPr sz="2200">
              <a:latin typeface="Arial"/>
              <a:cs typeface="Arial"/>
            </a:endParaRPr>
          </a:p>
        </p:txBody>
      </p:sp>
      <p:sp>
        <p:nvSpPr>
          <p:cNvPr id="36" name="object 36"/>
          <p:cNvSpPr/>
          <p:nvPr/>
        </p:nvSpPr>
        <p:spPr>
          <a:xfrm>
            <a:off x="8496179" y="2006225"/>
            <a:ext cx="526415" cy="1513205"/>
          </a:xfrm>
          <a:custGeom>
            <a:avLst/>
            <a:gdLst/>
            <a:ahLst/>
            <a:cxnLst/>
            <a:rect l="l" t="t" r="r" b="b"/>
            <a:pathLst>
              <a:path w="526415" h="1513204">
                <a:moveTo>
                  <a:pt x="0" y="1302898"/>
                </a:moveTo>
                <a:lnTo>
                  <a:pt x="33771" y="1513210"/>
                </a:lnTo>
                <a:lnTo>
                  <a:pt x="181721" y="1360048"/>
                </a:lnTo>
                <a:lnTo>
                  <a:pt x="166699" y="1355323"/>
                </a:lnTo>
                <a:lnTo>
                  <a:pt x="103388" y="1355323"/>
                </a:lnTo>
                <a:lnTo>
                  <a:pt x="67055" y="1343893"/>
                </a:lnTo>
                <a:lnTo>
                  <a:pt x="72751" y="1325777"/>
                </a:lnTo>
                <a:lnTo>
                  <a:pt x="0" y="1302898"/>
                </a:lnTo>
                <a:close/>
              </a:path>
              <a:path w="526415" h="1513204">
                <a:moveTo>
                  <a:pt x="72751" y="1325777"/>
                </a:moveTo>
                <a:lnTo>
                  <a:pt x="67055" y="1343893"/>
                </a:lnTo>
                <a:lnTo>
                  <a:pt x="103388" y="1355323"/>
                </a:lnTo>
                <a:lnTo>
                  <a:pt x="109084" y="1337204"/>
                </a:lnTo>
                <a:lnTo>
                  <a:pt x="72751" y="1325777"/>
                </a:lnTo>
                <a:close/>
              </a:path>
              <a:path w="526415" h="1513204">
                <a:moveTo>
                  <a:pt x="109084" y="1337204"/>
                </a:moveTo>
                <a:lnTo>
                  <a:pt x="103388" y="1355323"/>
                </a:lnTo>
                <a:lnTo>
                  <a:pt x="166699" y="1355323"/>
                </a:lnTo>
                <a:lnTo>
                  <a:pt x="109084" y="1337204"/>
                </a:lnTo>
                <a:close/>
              </a:path>
              <a:path w="526415" h="1513204">
                <a:moveTo>
                  <a:pt x="489569" y="0"/>
                </a:moveTo>
                <a:lnTo>
                  <a:pt x="72751" y="1325777"/>
                </a:lnTo>
                <a:lnTo>
                  <a:pt x="109084" y="1337204"/>
                </a:lnTo>
                <a:lnTo>
                  <a:pt x="525901" y="11429"/>
                </a:lnTo>
                <a:lnTo>
                  <a:pt x="489569" y="0"/>
                </a:lnTo>
                <a:close/>
              </a:path>
            </a:pathLst>
          </a:custGeom>
          <a:solidFill>
            <a:srgbClr val="000000"/>
          </a:solidFill>
        </p:spPr>
        <p:txBody>
          <a:bodyPr wrap="square" lIns="0" tIns="0" rIns="0" bIns="0" rtlCol="0"/>
          <a:lstStyle/>
          <a:p>
            <a:endParaRPr/>
          </a:p>
        </p:txBody>
      </p:sp>
      <p:sp>
        <p:nvSpPr>
          <p:cNvPr id="37" name="object 37"/>
          <p:cNvSpPr txBox="1"/>
          <p:nvPr/>
        </p:nvSpPr>
        <p:spPr>
          <a:xfrm>
            <a:off x="9168517" y="2187267"/>
            <a:ext cx="1294130" cy="677108"/>
          </a:xfrm>
          <a:prstGeom prst="rect">
            <a:avLst/>
          </a:prstGeom>
        </p:spPr>
        <p:txBody>
          <a:bodyPr vert="horz" wrap="square" lIns="0" tIns="0" rIns="0" bIns="0" rtlCol="0">
            <a:spAutoFit/>
          </a:bodyPr>
          <a:lstStyle/>
          <a:p>
            <a:pPr algn="ctr">
              <a:lnSpc>
                <a:spcPct val="100000"/>
              </a:lnSpc>
            </a:pPr>
            <a:r>
              <a:rPr sz="2200" spc="-55" dirty="0">
                <a:latin typeface="Arial"/>
                <a:cs typeface="Arial"/>
              </a:rPr>
              <a:t>V</a:t>
            </a:r>
            <a:r>
              <a:rPr sz="2200" spc="-15" dirty="0">
                <a:latin typeface="Arial"/>
                <a:cs typeface="Arial"/>
              </a:rPr>
              <a:t>ita</a:t>
            </a:r>
            <a:r>
              <a:rPr sz="2200" spc="-5" dirty="0">
                <a:latin typeface="Arial"/>
                <a:cs typeface="Arial"/>
              </a:rPr>
              <a:t>l</a:t>
            </a:r>
            <a:r>
              <a:rPr sz="2200" spc="60" dirty="0">
                <a:latin typeface="Times New Roman"/>
                <a:cs typeface="Times New Roman"/>
              </a:rPr>
              <a:t> </a:t>
            </a:r>
            <a:r>
              <a:rPr sz="2200" spc="-15" dirty="0">
                <a:latin typeface="Arial"/>
                <a:cs typeface="Arial"/>
              </a:rPr>
              <a:t>s</a:t>
            </a:r>
            <a:r>
              <a:rPr sz="2200" dirty="0">
                <a:latin typeface="Arial"/>
                <a:cs typeface="Arial"/>
              </a:rPr>
              <a:t>i</a:t>
            </a:r>
            <a:r>
              <a:rPr sz="2200" spc="-20" dirty="0">
                <a:latin typeface="Arial"/>
                <a:cs typeface="Arial"/>
              </a:rPr>
              <a:t>gns</a:t>
            </a:r>
            <a:endParaRPr sz="2200">
              <a:latin typeface="Arial"/>
              <a:cs typeface="Arial"/>
            </a:endParaRPr>
          </a:p>
          <a:p>
            <a:pPr algn="ctr">
              <a:lnSpc>
                <a:spcPct val="100000"/>
              </a:lnSpc>
            </a:pPr>
            <a:r>
              <a:rPr sz="2200" spc="-15" dirty="0">
                <a:latin typeface="Arial"/>
                <a:cs typeface="Arial"/>
              </a:rPr>
              <a:t>Bou</a:t>
            </a:r>
            <a:r>
              <a:rPr sz="2200" spc="-10" dirty="0">
                <a:latin typeface="Arial"/>
                <a:cs typeface="Arial"/>
              </a:rPr>
              <a:t>n</a:t>
            </a:r>
            <a:r>
              <a:rPr sz="2200" spc="-20" dirty="0">
                <a:latin typeface="Arial"/>
                <a:cs typeface="Arial"/>
              </a:rPr>
              <a:t>ds</a:t>
            </a:r>
            <a:endParaRPr sz="2200">
              <a:latin typeface="Arial"/>
              <a:cs typeface="Arial"/>
            </a:endParaRPr>
          </a:p>
        </p:txBody>
      </p:sp>
      <p:sp>
        <p:nvSpPr>
          <p:cNvPr id="38" name="object 38"/>
          <p:cNvSpPr/>
          <p:nvPr/>
        </p:nvSpPr>
        <p:spPr>
          <a:xfrm>
            <a:off x="6719834" y="2451873"/>
            <a:ext cx="900430" cy="1054735"/>
          </a:xfrm>
          <a:custGeom>
            <a:avLst/>
            <a:gdLst/>
            <a:ahLst/>
            <a:cxnLst/>
            <a:rect l="l" t="t" r="r" b="b"/>
            <a:pathLst>
              <a:path w="900429" h="1054735">
                <a:moveTo>
                  <a:pt x="762296" y="921922"/>
                </a:moveTo>
                <a:lnTo>
                  <a:pt x="704209" y="971275"/>
                </a:lnTo>
                <a:lnTo>
                  <a:pt x="900165" y="1054729"/>
                </a:lnTo>
                <a:lnTo>
                  <a:pt x="871113" y="936497"/>
                </a:lnTo>
                <a:lnTo>
                  <a:pt x="774679" y="936497"/>
                </a:lnTo>
                <a:lnTo>
                  <a:pt x="762296" y="921922"/>
                </a:lnTo>
                <a:close/>
              </a:path>
              <a:path w="900429" h="1054735">
                <a:moveTo>
                  <a:pt x="791340" y="897245"/>
                </a:moveTo>
                <a:lnTo>
                  <a:pt x="762296" y="921922"/>
                </a:lnTo>
                <a:lnTo>
                  <a:pt x="774679" y="936497"/>
                </a:lnTo>
                <a:lnTo>
                  <a:pt x="803635" y="911717"/>
                </a:lnTo>
                <a:lnTo>
                  <a:pt x="791340" y="897245"/>
                </a:lnTo>
                <a:close/>
              </a:path>
              <a:path w="900429" h="1054735">
                <a:moveTo>
                  <a:pt x="849355" y="847953"/>
                </a:moveTo>
                <a:lnTo>
                  <a:pt x="791340" y="897245"/>
                </a:lnTo>
                <a:lnTo>
                  <a:pt x="803635" y="911717"/>
                </a:lnTo>
                <a:lnTo>
                  <a:pt x="774679" y="936497"/>
                </a:lnTo>
                <a:lnTo>
                  <a:pt x="871113" y="936497"/>
                </a:lnTo>
                <a:lnTo>
                  <a:pt x="849355" y="847953"/>
                </a:lnTo>
                <a:close/>
              </a:path>
              <a:path w="900429" h="1054735">
                <a:moveTo>
                  <a:pt x="29077" y="0"/>
                </a:moveTo>
                <a:lnTo>
                  <a:pt x="0" y="24627"/>
                </a:lnTo>
                <a:lnTo>
                  <a:pt x="762296" y="921922"/>
                </a:lnTo>
                <a:lnTo>
                  <a:pt x="791340" y="897245"/>
                </a:lnTo>
                <a:lnTo>
                  <a:pt x="29077" y="0"/>
                </a:lnTo>
                <a:close/>
              </a:path>
            </a:pathLst>
          </a:custGeom>
          <a:solidFill>
            <a:srgbClr val="000000"/>
          </a:solidFill>
        </p:spPr>
        <p:txBody>
          <a:bodyPr wrap="square" lIns="0" tIns="0" rIns="0" bIns="0" rtlCol="0"/>
          <a:lstStyle/>
          <a:p>
            <a:endParaRPr/>
          </a:p>
        </p:txBody>
      </p:sp>
      <p:sp>
        <p:nvSpPr>
          <p:cNvPr id="39" name="object 39"/>
          <p:cNvSpPr/>
          <p:nvPr/>
        </p:nvSpPr>
        <p:spPr>
          <a:xfrm>
            <a:off x="6802131" y="2110619"/>
            <a:ext cx="1016635" cy="1255395"/>
          </a:xfrm>
          <a:custGeom>
            <a:avLst/>
            <a:gdLst/>
            <a:ahLst/>
            <a:cxnLst/>
            <a:rect l="l" t="t" r="r" b="b"/>
            <a:pathLst>
              <a:path w="1016635" h="1255395">
                <a:moveTo>
                  <a:pt x="109934" y="95493"/>
                </a:moveTo>
                <a:lnTo>
                  <a:pt x="79613" y="95493"/>
                </a:lnTo>
                <a:lnTo>
                  <a:pt x="121512" y="145878"/>
                </a:lnTo>
                <a:lnTo>
                  <a:pt x="132213" y="155704"/>
                </a:lnTo>
                <a:lnTo>
                  <a:pt x="142776" y="162890"/>
                </a:lnTo>
                <a:lnTo>
                  <a:pt x="153234" y="167434"/>
                </a:lnTo>
                <a:lnTo>
                  <a:pt x="163615" y="169331"/>
                </a:lnTo>
                <a:lnTo>
                  <a:pt x="175142" y="168717"/>
                </a:lnTo>
                <a:lnTo>
                  <a:pt x="186532" y="165677"/>
                </a:lnTo>
                <a:lnTo>
                  <a:pt x="198169" y="159870"/>
                </a:lnTo>
                <a:lnTo>
                  <a:pt x="210434" y="150950"/>
                </a:lnTo>
                <a:lnTo>
                  <a:pt x="218171" y="141688"/>
                </a:lnTo>
                <a:lnTo>
                  <a:pt x="166783" y="141688"/>
                </a:lnTo>
                <a:lnTo>
                  <a:pt x="151398" y="139271"/>
                </a:lnTo>
                <a:lnTo>
                  <a:pt x="141126" y="131885"/>
                </a:lnTo>
                <a:lnTo>
                  <a:pt x="130423" y="120517"/>
                </a:lnTo>
                <a:lnTo>
                  <a:pt x="109934" y="95493"/>
                </a:lnTo>
                <a:close/>
              </a:path>
              <a:path w="1016635" h="1255395">
                <a:moveTo>
                  <a:pt x="154564" y="0"/>
                </a:moveTo>
                <a:lnTo>
                  <a:pt x="0" y="126491"/>
                </a:lnTo>
                <a:lnTo>
                  <a:pt x="16763" y="146944"/>
                </a:lnTo>
                <a:lnTo>
                  <a:pt x="79613" y="95493"/>
                </a:lnTo>
                <a:lnTo>
                  <a:pt x="109934" y="95493"/>
                </a:lnTo>
                <a:lnTo>
                  <a:pt x="97779" y="80650"/>
                </a:lnTo>
                <a:lnTo>
                  <a:pt x="153040" y="35417"/>
                </a:lnTo>
                <a:lnTo>
                  <a:pt x="183498" y="35417"/>
                </a:lnTo>
                <a:lnTo>
                  <a:pt x="154564" y="0"/>
                </a:lnTo>
                <a:close/>
              </a:path>
              <a:path w="1016635" h="1255395">
                <a:moveTo>
                  <a:pt x="183498" y="35417"/>
                </a:moveTo>
                <a:lnTo>
                  <a:pt x="153040" y="35417"/>
                </a:lnTo>
                <a:lnTo>
                  <a:pt x="185409" y="74919"/>
                </a:lnTo>
                <a:lnTo>
                  <a:pt x="192907" y="84185"/>
                </a:lnTo>
                <a:lnTo>
                  <a:pt x="197723" y="90921"/>
                </a:lnTo>
                <a:lnTo>
                  <a:pt x="199643" y="95128"/>
                </a:lnTo>
                <a:lnTo>
                  <a:pt x="202417" y="101711"/>
                </a:lnTo>
                <a:lnTo>
                  <a:pt x="202935" y="108447"/>
                </a:lnTo>
                <a:lnTo>
                  <a:pt x="201046" y="115549"/>
                </a:lnTo>
                <a:lnTo>
                  <a:pt x="166783" y="141688"/>
                </a:lnTo>
                <a:lnTo>
                  <a:pt x="218171" y="141688"/>
                </a:lnTo>
                <a:lnTo>
                  <a:pt x="224882" y="129454"/>
                </a:lnTo>
                <a:lnTo>
                  <a:pt x="227823" y="118002"/>
                </a:lnTo>
                <a:lnTo>
                  <a:pt x="227869" y="104268"/>
                </a:lnTo>
                <a:lnTo>
                  <a:pt x="224698" y="93190"/>
                </a:lnTo>
                <a:lnTo>
                  <a:pt x="218019" y="79771"/>
                </a:lnTo>
                <a:lnTo>
                  <a:pt x="211382" y="70087"/>
                </a:lnTo>
                <a:lnTo>
                  <a:pt x="202173" y="58277"/>
                </a:lnTo>
                <a:lnTo>
                  <a:pt x="183498" y="35417"/>
                </a:lnTo>
                <a:close/>
              </a:path>
              <a:path w="1016635" h="1255395">
                <a:moveTo>
                  <a:pt x="603107" y="638159"/>
                </a:moveTo>
                <a:lnTo>
                  <a:pt x="588385" y="650351"/>
                </a:lnTo>
                <a:lnTo>
                  <a:pt x="599693" y="662543"/>
                </a:lnTo>
                <a:lnTo>
                  <a:pt x="520433" y="729599"/>
                </a:lnTo>
                <a:lnTo>
                  <a:pt x="514837" y="735695"/>
                </a:lnTo>
                <a:lnTo>
                  <a:pt x="512551" y="741791"/>
                </a:lnTo>
                <a:lnTo>
                  <a:pt x="511942" y="744839"/>
                </a:lnTo>
                <a:lnTo>
                  <a:pt x="513709" y="757031"/>
                </a:lnTo>
                <a:lnTo>
                  <a:pt x="517001" y="763127"/>
                </a:lnTo>
                <a:lnTo>
                  <a:pt x="522610" y="769223"/>
                </a:lnTo>
                <a:lnTo>
                  <a:pt x="526023" y="775319"/>
                </a:lnTo>
                <a:lnTo>
                  <a:pt x="530595" y="778367"/>
                </a:lnTo>
                <a:lnTo>
                  <a:pt x="536051" y="781415"/>
                </a:lnTo>
                <a:lnTo>
                  <a:pt x="550529" y="766175"/>
                </a:lnTo>
                <a:lnTo>
                  <a:pt x="547237" y="763127"/>
                </a:lnTo>
                <a:lnTo>
                  <a:pt x="544708" y="760079"/>
                </a:lnTo>
                <a:lnTo>
                  <a:pt x="543031" y="760079"/>
                </a:lnTo>
                <a:lnTo>
                  <a:pt x="540745" y="757031"/>
                </a:lnTo>
                <a:lnTo>
                  <a:pt x="539374" y="753983"/>
                </a:lnTo>
                <a:lnTo>
                  <a:pt x="539099" y="750935"/>
                </a:lnTo>
                <a:lnTo>
                  <a:pt x="538733" y="747887"/>
                </a:lnTo>
                <a:lnTo>
                  <a:pt x="539099" y="747887"/>
                </a:lnTo>
                <a:lnTo>
                  <a:pt x="540136" y="744839"/>
                </a:lnTo>
                <a:lnTo>
                  <a:pt x="541141" y="741791"/>
                </a:lnTo>
                <a:lnTo>
                  <a:pt x="544311" y="738743"/>
                </a:lnTo>
                <a:lnTo>
                  <a:pt x="549767" y="735695"/>
                </a:lnTo>
                <a:lnTo>
                  <a:pt x="615177" y="680831"/>
                </a:lnTo>
                <a:lnTo>
                  <a:pt x="638834" y="680831"/>
                </a:lnTo>
                <a:lnTo>
                  <a:pt x="629899" y="668639"/>
                </a:lnTo>
                <a:lnTo>
                  <a:pt x="653381" y="650351"/>
                </a:lnTo>
                <a:lnTo>
                  <a:pt x="614537" y="650351"/>
                </a:lnTo>
                <a:lnTo>
                  <a:pt x="603107" y="638159"/>
                </a:lnTo>
                <a:close/>
              </a:path>
              <a:path w="1016635" h="1255395">
                <a:moveTo>
                  <a:pt x="557060" y="574151"/>
                </a:moveTo>
                <a:lnTo>
                  <a:pt x="517787" y="574151"/>
                </a:lnTo>
                <a:lnTo>
                  <a:pt x="529413" y="577199"/>
                </a:lnTo>
                <a:lnTo>
                  <a:pt x="539099" y="586343"/>
                </a:lnTo>
                <a:lnTo>
                  <a:pt x="543305" y="592439"/>
                </a:lnTo>
                <a:lnTo>
                  <a:pt x="545713" y="598535"/>
                </a:lnTo>
                <a:lnTo>
                  <a:pt x="546597" y="604631"/>
                </a:lnTo>
                <a:lnTo>
                  <a:pt x="547359" y="607679"/>
                </a:lnTo>
                <a:lnTo>
                  <a:pt x="546475" y="613775"/>
                </a:lnTo>
                <a:lnTo>
                  <a:pt x="543793" y="619871"/>
                </a:lnTo>
                <a:lnTo>
                  <a:pt x="541141" y="622919"/>
                </a:lnTo>
                <a:lnTo>
                  <a:pt x="536051" y="629015"/>
                </a:lnTo>
                <a:lnTo>
                  <a:pt x="528309" y="635111"/>
                </a:lnTo>
                <a:lnTo>
                  <a:pt x="460247" y="689975"/>
                </a:lnTo>
                <a:lnTo>
                  <a:pt x="475731" y="708263"/>
                </a:lnTo>
                <a:lnTo>
                  <a:pt x="544555" y="653399"/>
                </a:lnTo>
                <a:lnTo>
                  <a:pt x="553333" y="647303"/>
                </a:lnTo>
                <a:lnTo>
                  <a:pt x="572902" y="613775"/>
                </a:lnTo>
                <a:lnTo>
                  <a:pt x="572627" y="607679"/>
                </a:lnTo>
                <a:lnTo>
                  <a:pt x="569997" y="598535"/>
                </a:lnTo>
                <a:lnTo>
                  <a:pt x="565245" y="586343"/>
                </a:lnTo>
                <a:lnTo>
                  <a:pt x="557060" y="574151"/>
                </a:lnTo>
                <a:close/>
              </a:path>
              <a:path w="1016635" h="1255395">
                <a:moveTo>
                  <a:pt x="638834" y="680831"/>
                </a:moveTo>
                <a:lnTo>
                  <a:pt x="615177" y="680831"/>
                </a:lnTo>
                <a:lnTo>
                  <a:pt x="630814" y="702167"/>
                </a:lnTo>
                <a:lnTo>
                  <a:pt x="645535" y="689975"/>
                </a:lnTo>
                <a:lnTo>
                  <a:pt x="638834" y="680831"/>
                </a:lnTo>
                <a:close/>
              </a:path>
              <a:path w="1016635" h="1255395">
                <a:moveTo>
                  <a:pt x="642244" y="629015"/>
                </a:moveTo>
                <a:lnTo>
                  <a:pt x="614537" y="650351"/>
                </a:lnTo>
                <a:lnTo>
                  <a:pt x="653381" y="650351"/>
                </a:lnTo>
                <a:lnTo>
                  <a:pt x="669035" y="638159"/>
                </a:lnTo>
                <a:lnTo>
                  <a:pt x="642244" y="629015"/>
                </a:lnTo>
                <a:close/>
              </a:path>
              <a:path w="1016635" h="1255395">
                <a:moveTo>
                  <a:pt x="513191" y="528431"/>
                </a:moveTo>
                <a:lnTo>
                  <a:pt x="401299" y="619871"/>
                </a:lnTo>
                <a:lnTo>
                  <a:pt x="416813" y="638159"/>
                </a:lnTo>
                <a:lnTo>
                  <a:pt x="483747" y="583295"/>
                </a:lnTo>
                <a:lnTo>
                  <a:pt x="495283" y="577199"/>
                </a:lnTo>
                <a:lnTo>
                  <a:pt x="506477" y="574151"/>
                </a:lnTo>
                <a:lnTo>
                  <a:pt x="557060" y="574151"/>
                </a:lnTo>
                <a:lnTo>
                  <a:pt x="547245" y="568055"/>
                </a:lnTo>
                <a:lnTo>
                  <a:pt x="536345" y="561959"/>
                </a:lnTo>
                <a:lnTo>
                  <a:pt x="524363" y="555863"/>
                </a:lnTo>
                <a:lnTo>
                  <a:pt x="511301" y="555863"/>
                </a:lnTo>
                <a:lnTo>
                  <a:pt x="527182" y="543671"/>
                </a:lnTo>
                <a:lnTo>
                  <a:pt x="513191" y="528431"/>
                </a:lnTo>
                <a:close/>
              </a:path>
              <a:path w="1016635" h="1255395">
                <a:moveTo>
                  <a:pt x="403998" y="424799"/>
                </a:moveTo>
                <a:lnTo>
                  <a:pt x="393709" y="427847"/>
                </a:lnTo>
                <a:lnTo>
                  <a:pt x="383023" y="430895"/>
                </a:lnTo>
                <a:lnTo>
                  <a:pt x="371689" y="433943"/>
                </a:lnTo>
                <a:lnTo>
                  <a:pt x="359454" y="443087"/>
                </a:lnTo>
                <a:lnTo>
                  <a:pt x="346067" y="452231"/>
                </a:lnTo>
                <a:lnTo>
                  <a:pt x="336656" y="464423"/>
                </a:lnTo>
                <a:lnTo>
                  <a:pt x="329517" y="473567"/>
                </a:lnTo>
                <a:lnTo>
                  <a:pt x="324632" y="485759"/>
                </a:lnTo>
                <a:lnTo>
                  <a:pt x="321985" y="497951"/>
                </a:lnTo>
                <a:lnTo>
                  <a:pt x="321766" y="507095"/>
                </a:lnTo>
                <a:lnTo>
                  <a:pt x="323652" y="519287"/>
                </a:lnTo>
                <a:lnTo>
                  <a:pt x="344984" y="552815"/>
                </a:lnTo>
                <a:lnTo>
                  <a:pt x="378411" y="571103"/>
                </a:lnTo>
                <a:lnTo>
                  <a:pt x="390464" y="574151"/>
                </a:lnTo>
                <a:lnTo>
                  <a:pt x="415289" y="568055"/>
                </a:lnTo>
                <a:lnTo>
                  <a:pt x="403533" y="549767"/>
                </a:lnTo>
                <a:lnTo>
                  <a:pt x="382789" y="549767"/>
                </a:lnTo>
                <a:lnTo>
                  <a:pt x="369480" y="546719"/>
                </a:lnTo>
                <a:lnTo>
                  <a:pt x="360396" y="540623"/>
                </a:lnTo>
                <a:lnTo>
                  <a:pt x="349398" y="528431"/>
                </a:lnTo>
                <a:lnTo>
                  <a:pt x="345479" y="516239"/>
                </a:lnTo>
                <a:lnTo>
                  <a:pt x="345276" y="504047"/>
                </a:lnTo>
                <a:lnTo>
                  <a:pt x="348510" y="491855"/>
                </a:lnTo>
                <a:lnTo>
                  <a:pt x="355048" y="479663"/>
                </a:lnTo>
                <a:lnTo>
                  <a:pt x="364876" y="470519"/>
                </a:lnTo>
                <a:lnTo>
                  <a:pt x="391576" y="470519"/>
                </a:lnTo>
                <a:lnTo>
                  <a:pt x="381365" y="458327"/>
                </a:lnTo>
                <a:lnTo>
                  <a:pt x="390470" y="452231"/>
                </a:lnTo>
                <a:lnTo>
                  <a:pt x="402154" y="449183"/>
                </a:lnTo>
                <a:lnTo>
                  <a:pt x="453090" y="449183"/>
                </a:lnTo>
                <a:lnTo>
                  <a:pt x="450827" y="446135"/>
                </a:lnTo>
                <a:lnTo>
                  <a:pt x="441384" y="436991"/>
                </a:lnTo>
                <a:lnTo>
                  <a:pt x="430631" y="430895"/>
                </a:lnTo>
                <a:lnTo>
                  <a:pt x="418269" y="427847"/>
                </a:lnTo>
                <a:lnTo>
                  <a:pt x="403998" y="424799"/>
                </a:lnTo>
                <a:close/>
              </a:path>
              <a:path w="1016635" h="1255395">
                <a:moveTo>
                  <a:pt x="391576" y="470519"/>
                </a:moveTo>
                <a:lnTo>
                  <a:pt x="364876" y="470519"/>
                </a:lnTo>
                <a:lnTo>
                  <a:pt x="433181" y="552815"/>
                </a:lnTo>
                <a:lnTo>
                  <a:pt x="435467" y="552815"/>
                </a:lnTo>
                <a:lnTo>
                  <a:pt x="437113" y="549767"/>
                </a:lnTo>
                <a:lnTo>
                  <a:pt x="439531" y="546719"/>
                </a:lnTo>
                <a:lnTo>
                  <a:pt x="449256" y="540623"/>
                </a:lnTo>
                <a:lnTo>
                  <a:pt x="457156" y="528431"/>
                </a:lnTo>
                <a:lnTo>
                  <a:pt x="463262" y="519287"/>
                </a:lnTo>
                <a:lnTo>
                  <a:pt x="432419" y="519287"/>
                </a:lnTo>
                <a:lnTo>
                  <a:pt x="391576" y="470519"/>
                </a:lnTo>
                <a:close/>
              </a:path>
              <a:path w="1016635" h="1255395">
                <a:moveTo>
                  <a:pt x="401573" y="546719"/>
                </a:moveTo>
                <a:lnTo>
                  <a:pt x="394494" y="546719"/>
                </a:lnTo>
                <a:lnTo>
                  <a:pt x="382789" y="549767"/>
                </a:lnTo>
                <a:lnTo>
                  <a:pt x="403533" y="549767"/>
                </a:lnTo>
                <a:lnTo>
                  <a:pt x="401573" y="546719"/>
                </a:lnTo>
                <a:close/>
              </a:path>
              <a:path w="1016635" h="1255395">
                <a:moveTo>
                  <a:pt x="453090" y="449183"/>
                </a:moveTo>
                <a:lnTo>
                  <a:pt x="415195" y="449183"/>
                </a:lnTo>
                <a:lnTo>
                  <a:pt x="424666" y="452231"/>
                </a:lnTo>
                <a:lnTo>
                  <a:pt x="434453" y="461375"/>
                </a:lnTo>
                <a:lnTo>
                  <a:pt x="445648" y="473567"/>
                </a:lnTo>
                <a:lnTo>
                  <a:pt x="448263" y="485759"/>
                </a:lnTo>
                <a:lnTo>
                  <a:pt x="447067" y="497951"/>
                </a:lnTo>
                <a:lnTo>
                  <a:pt x="441847" y="510143"/>
                </a:lnTo>
                <a:lnTo>
                  <a:pt x="432419" y="519287"/>
                </a:lnTo>
                <a:lnTo>
                  <a:pt x="463262" y="519287"/>
                </a:lnTo>
                <a:lnTo>
                  <a:pt x="467602" y="507095"/>
                </a:lnTo>
                <a:lnTo>
                  <a:pt x="470206" y="491855"/>
                </a:lnTo>
                <a:lnTo>
                  <a:pt x="469304" y="482711"/>
                </a:lnTo>
                <a:lnTo>
                  <a:pt x="465950" y="470519"/>
                </a:lnTo>
                <a:lnTo>
                  <a:pt x="459878" y="458327"/>
                </a:lnTo>
                <a:lnTo>
                  <a:pt x="453090" y="449183"/>
                </a:lnTo>
                <a:close/>
              </a:path>
              <a:path w="1016635" h="1255395">
                <a:moveTo>
                  <a:pt x="375391" y="357743"/>
                </a:moveTo>
                <a:lnTo>
                  <a:pt x="263377" y="449183"/>
                </a:lnTo>
                <a:lnTo>
                  <a:pt x="278891" y="467471"/>
                </a:lnTo>
                <a:lnTo>
                  <a:pt x="390905" y="376031"/>
                </a:lnTo>
                <a:lnTo>
                  <a:pt x="375391" y="357743"/>
                </a:lnTo>
                <a:close/>
              </a:path>
              <a:path w="1016635" h="1255395">
                <a:moveTo>
                  <a:pt x="317479" y="287639"/>
                </a:moveTo>
                <a:lnTo>
                  <a:pt x="302757" y="299831"/>
                </a:lnTo>
                <a:lnTo>
                  <a:pt x="314187" y="315071"/>
                </a:lnTo>
                <a:lnTo>
                  <a:pt x="245679" y="369935"/>
                </a:lnTo>
                <a:lnTo>
                  <a:pt x="234846" y="379079"/>
                </a:lnTo>
                <a:lnTo>
                  <a:pt x="229240" y="388223"/>
                </a:lnTo>
                <a:lnTo>
                  <a:pt x="226954" y="391271"/>
                </a:lnTo>
                <a:lnTo>
                  <a:pt x="244967" y="427847"/>
                </a:lnTo>
                <a:lnTo>
                  <a:pt x="250423" y="433943"/>
                </a:lnTo>
                <a:lnTo>
                  <a:pt x="265054" y="418703"/>
                </a:lnTo>
                <a:lnTo>
                  <a:pt x="261731" y="415655"/>
                </a:lnTo>
                <a:lnTo>
                  <a:pt x="259201" y="412607"/>
                </a:lnTo>
                <a:lnTo>
                  <a:pt x="257434" y="409559"/>
                </a:lnTo>
                <a:lnTo>
                  <a:pt x="255148" y="406511"/>
                </a:lnTo>
                <a:lnTo>
                  <a:pt x="253867" y="403463"/>
                </a:lnTo>
                <a:lnTo>
                  <a:pt x="253471" y="400415"/>
                </a:lnTo>
                <a:lnTo>
                  <a:pt x="253227" y="400415"/>
                </a:lnTo>
                <a:lnTo>
                  <a:pt x="253471" y="397367"/>
                </a:lnTo>
                <a:lnTo>
                  <a:pt x="254507" y="394319"/>
                </a:lnTo>
                <a:lnTo>
                  <a:pt x="255513" y="394319"/>
                </a:lnTo>
                <a:lnTo>
                  <a:pt x="258683" y="391271"/>
                </a:lnTo>
                <a:lnTo>
                  <a:pt x="264139" y="385175"/>
                </a:lnTo>
                <a:lnTo>
                  <a:pt x="329549" y="333359"/>
                </a:lnTo>
                <a:lnTo>
                  <a:pt x="354746" y="333359"/>
                </a:lnTo>
                <a:lnTo>
                  <a:pt x="344423" y="321167"/>
                </a:lnTo>
                <a:lnTo>
                  <a:pt x="365754" y="302879"/>
                </a:lnTo>
                <a:lnTo>
                  <a:pt x="328909" y="302879"/>
                </a:lnTo>
                <a:lnTo>
                  <a:pt x="317479" y="287639"/>
                </a:lnTo>
                <a:close/>
              </a:path>
              <a:path w="1016635" h="1255395">
                <a:moveTo>
                  <a:pt x="177027" y="229727"/>
                </a:moveTo>
                <a:lnTo>
                  <a:pt x="154857" y="229727"/>
                </a:lnTo>
                <a:lnTo>
                  <a:pt x="145653" y="235823"/>
                </a:lnTo>
                <a:lnTo>
                  <a:pt x="132507" y="248015"/>
                </a:lnTo>
                <a:lnTo>
                  <a:pt x="127294" y="257159"/>
                </a:lnTo>
                <a:lnTo>
                  <a:pt x="125170" y="272399"/>
                </a:lnTo>
                <a:lnTo>
                  <a:pt x="127574" y="284591"/>
                </a:lnTo>
                <a:lnTo>
                  <a:pt x="133399" y="293735"/>
                </a:lnTo>
                <a:lnTo>
                  <a:pt x="143197" y="308975"/>
                </a:lnTo>
                <a:lnTo>
                  <a:pt x="152164" y="315071"/>
                </a:lnTo>
                <a:lnTo>
                  <a:pt x="164302" y="324215"/>
                </a:lnTo>
                <a:lnTo>
                  <a:pt x="175767" y="327263"/>
                </a:lnTo>
                <a:lnTo>
                  <a:pt x="189219" y="330311"/>
                </a:lnTo>
                <a:lnTo>
                  <a:pt x="184525" y="336407"/>
                </a:lnTo>
                <a:lnTo>
                  <a:pt x="180837" y="342503"/>
                </a:lnTo>
                <a:lnTo>
                  <a:pt x="178551" y="345551"/>
                </a:lnTo>
                <a:lnTo>
                  <a:pt x="194797" y="366887"/>
                </a:lnTo>
                <a:lnTo>
                  <a:pt x="236707" y="321167"/>
                </a:lnTo>
                <a:lnTo>
                  <a:pt x="243970" y="315071"/>
                </a:lnTo>
                <a:lnTo>
                  <a:pt x="186415" y="315071"/>
                </a:lnTo>
                <a:lnTo>
                  <a:pt x="151759" y="287639"/>
                </a:lnTo>
                <a:lnTo>
                  <a:pt x="148833" y="281543"/>
                </a:lnTo>
                <a:lnTo>
                  <a:pt x="149077" y="275447"/>
                </a:lnTo>
                <a:lnTo>
                  <a:pt x="149351" y="269351"/>
                </a:lnTo>
                <a:lnTo>
                  <a:pt x="152003" y="263255"/>
                </a:lnTo>
                <a:lnTo>
                  <a:pt x="157093" y="257159"/>
                </a:lnTo>
                <a:lnTo>
                  <a:pt x="160385" y="257159"/>
                </a:lnTo>
                <a:lnTo>
                  <a:pt x="164073" y="254111"/>
                </a:lnTo>
                <a:lnTo>
                  <a:pt x="211073" y="254111"/>
                </a:lnTo>
                <a:lnTo>
                  <a:pt x="203941" y="248015"/>
                </a:lnTo>
                <a:lnTo>
                  <a:pt x="198363" y="241919"/>
                </a:lnTo>
                <a:lnTo>
                  <a:pt x="194431" y="238871"/>
                </a:lnTo>
                <a:lnTo>
                  <a:pt x="188854" y="235823"/>
                </a:lnTo>
                <a:lnTo>
                  <a:pt x="183001" y="232775"/>
                </a:lnTo>
                <a:lnTo>
                  <a:pt x="177027" y="229727"/>
                </a:lnTo>
                <a:close/>
              </a:path>
              <a:path w="1016635" h="1255395">
                <a:moveTo>
                  <a:pt x="417941" y="324215"/>
                </a:moveTo>
                <a:lnTo>
                  <a:pt x="396118" y="342503"/>
                </a:lnTo>
                <a:lnTo>
                  <a:pt x="411601" y="360791"/>
                </a:lnTo>
                <a:lnTo>
                  <a:pt x="433456" y="342503"/>
                </a:lnTo>
                <a:lnTo>
                  <a:pt x="417941" y="324215"/>
                </a:lnTo>
                <a:close/>
              </a:path>
              <a:path w="1016635" h="1255395">
                <a:moveTo>
                  <a:pt x="354746" y="333359"/>
                </a:moveTo>
                <a:lnTo>
                  <a:pt x="329549" y="333359"/>
                </a:lnTo>
                <a:lnTo>
                  <a:pt x="345185" y="351647"/>
                </a:lnTo>
                <a:lnTo>
                  <a:pt x="359907" y="339455"/>
                </a:lnTo>
                <a:lnTo>
                  <a:pt x="354746" y="333359"/>
                </a:lnTo>
                <a:close/>
              </a:path>
              <a:path w="1016635" h="1255395">
                <a:moveTo>
                  <a:pt x="211073" y="254111"/>
                </a:moveTo>
                <a:lnTo>
                  <a:pt x="176509" y="254111"/>
                </a:lnTo>
                <a:lnTo>
                  <a:pt x="180687" y="257159"/>
                </a:lnTo>
                <a:lnTo>
                  <a:pt x="188410" y="263255"/>
                </a:lnTo>
                <a:lnTo>
                  <a:pt x="200711" y="272399"/>
                </a:lnTo>
                <a:lnTo>
                  <a:pt x="211951" y="281543"/>
                </a:lnTo>
                <a:lnTo>
                  <a:pt x="221827" y="290687"/>
                </a:lnTo>
                <a:lnTo>
                  <a:pt x="230367" y="293735"/>
                </a:lnTo>
                <a:lnTo>
                  <a:pt x="223387" y="299831"/>
                </a:lnTo>
                <a:lnTo>
                  <a:pt x="215005" y="305927"/>
                </a:lnTo>
                <a:lnTo>
                  <a:pt x="207904" y="312023"/>
                </a:lnTo>
                <a:lnTo>
                  <a:pt x="201929" y="312023"/>
                </a:lnTo>
                <a:lnTo>
                  <a:pt x="194188" y="315071"/>
                </a:lnTo>
                <a:lnTo>
                  <a:pt x="243970" y="315071"/>
                </a:lnTo>
                <a:lnTo>
                  <a:pt x="262127" y="299831"/>
                </a:lnTo>
                <a:lnTo>
                  <a:pt x="270509" y="293735"/>
                </a:lnTo>
                <a:lnTo>
                  <a:pt x="276087" y="287639"/>
                </a:lnTo>
                <a:lnTo>
                  <a:pt x="278770" y="284591"/>
                </a:lnTo>
                <a:lnTo>
                  <a:pt x="283067" y="281543"/>
                </a:lnTo>
                <a:lnTo>
                  <a:pt x="241413" y="281543"/>
                </a:lnTo>
                <a:lnTo>
                  <a:pt x="232729" y="272399"/>
                </a:lnTo>
                <a:lnTo>
                  <a:pt x="222632" y="266303"/>
                </a:lnTo>
                <a:lnTo>
                  <a:pt x="211073" y="254111"/>
                </a:lnTo>
                <a:close/>
              </a:path>
              <a:path w="1016635" h="1255395">
                <a:moveTo>
                  <a:pt x="356615" y="278495"/>
                </a:moveTo>
                <a:lnTo>
                  <a:pt x="328909" y="302879"/>
                </a:lnTo>
                <a:lnTo>
                  <a:pt x="365754" y="302879"/>
                </a:lnTo>
                <a:lnTo>
                  <a:pt x="383529" y="287639"/>
                </a:lnTo>
                <a:lnTo>
                  <a:pt x="356615" y="278495"/>
                </a:lnTo>
                <a:close/>
              </a:path>
              <a:path w="1016635" h="1255395">
                <a:moveTo>
                  <a:pt x="264291" y="217535"/>
                </a:moveTo>
                <a:lnTo>
                  <a:pt x="233677" y="217535"/>
                </a:lnTo>
                <a:lnTo>
                  <a:pt x="242740" y="223631"/>
                </a:lnTo>
                <a:lnTo>
                  <a:pt x="253844" y="235823"/>
                </a:lnTo>
                <a:lnTo>
                  <a:pt x="260327" y="248015"/>
                </a:lnTo>
                <a:lnTo>
                  <a:pt x="262249" y="260207"/>
                </a:lnTo>
                <a:lnTo>
                  <a:pt x="262006" y="266303"/>
                </a:lnTo>
                <a:lnTo>
                  <a:pt x="258043" y="272399"/>
                </a:lnTo>
                <a:lnTo>
                  <a:pt x="250301" y="278495"/>
                </a:lnTo>
                <a:lnTo>
                  <a:pt x="249539" y="278495"/>
                </a:lnTo>
                <a:lnTo>
                  <a:pt x="247893" y="281543"/>
                </a:lnTo>
                <a:lnTo>
                  <a:pt x="283067" y="281543"/>
                </a:lnTo>
                <a:lnTo>
                  <a:pt x="285749" y="275447"/>
                </a:lnTo>
                <a:lnTo>
                  <a:pt x="286877" y="269351"/>
                </a:lnTo>
                <a:lnTo>
                  <a:pt x="288035" y="263255"/>
                </a:lnTo>
                <a:lnTo>
                  <a:pt x="287273" y="257159"/>
                </a:lnTo>
                <a:lnTo>
                  <a:pt x="284063" y="248015"/>
                </a:lnTo>
                <a:lnTo>
                  <a:pt x="280164" y="238871"/>
                </a:lnTo>
                <a:lnTo>
                  <a:pt x="273249" y="229727"/>
                </a:lnTo>
                <a:lnTo>
                  <a:pt x="264291" y="217535"/>
                </a:lnTo>
                <a:close/>
              </a:path>
              <a:path w="1016635" h="1255395">
                <a:moveTo>
                  <a:pt x="217686" y="193151"/>
                </a:moveTo>
                <a:lnTo>
                  <a:pt x="205835" y="196199"/>
                </a:lnTo>
                <a:lnTo>
                  <a:pt x="193151" y="202295"/>
                </a:lnTo>
                <a:lnTo>
                  <a:pt x="209498" y="220583"/>
                </a:lnTo>
                <a:lnTo>
                  <a:pt x="221304" y="217535"/>
                </a:lnTo>
                <a:lnTo>
                  <a:pt x="264291" y="217535"/>
                </a:lnTo>
                <a:lnTo>
                  <a:pt x="262052" y="214487"/>
                </a:lnTo>
                <a:lnTo>
                  <a:pt x="252734" y="208391"/>
                </a:lnTo>
                <a:lnTo>
                  <a:pt x="242067" y="199247"/>
                </a:lnTo>
                <a:lnTo>
                  <a:pt x="230192" y="196199"/>
                </a:lnTo>
                <a:lnTo>
                  <a:pt x="217686" y="193151"/>
                </a:lnTo>
                <a:close/>
              </a:path>
              <a:path w="1016635" h="1255395">
                <a:moveTo>
                  <a:pt x="905377" y="1121145"/>
                </a:moveTo>
                <a:lnTo>
                  <a:pt x="883170" y="1121145"/>
                </a:lnTo>
                <a:lnTo>
                  <a:pt x="874023" y="1127241"/>
                </a:lnTo>
                <a:lnTo>
                  <a:pt x="860855" y="1136385"/>
                </a:lnTo>
                <a:lnTo>
                  <a:pt x="855640" y="1148577"/>
                </a:lnTo>
                <a:lnTo>
                  <a:pt x="853527" y="1163817"/>
                </a:lnTo>
                <a:lnTo>
                  <a:pt x="855971" y="1172961"/>
                </a:lnTo>
                <a:lnTo>
                  <a:pt x="880572" y="1206489"/>
                </a:lnTo>
                <a:lnTo>
                  <a:pt x="917691" y="1221729"/>
                </a:lnTo>
                <a:lnTo>
                  <a:pt x="912875" y="1227825"/>
                </a:lnTo>
                <a:lnTo>
                  <a:pt x="909309" y="1230873"/>
                </a:lnTo>
                <a:lnTo>
                  <a:pt x="907023" y="1236969"/>
                </a:lnTo>
                <a:lnTo>
                  <a:pt x="923147" y="1255257"/>
                </a:lnTo>
                <a:lnTo>
                  <a:pt x="925555" y="1252209"/>
                </a:lnTo>
                <a:lnTo>
                  <a:pt x="928756" y="1246113"/>
                </a:lnTo>
                <a:lnTo>
                  <a:pt x="934426" y="1240017"/>
                </a:lnTo>
                <a:lnTo>
                  <a:pt x="941161" y="1233921"/>
                </a:lnTo>
                <a:lnTo>
                  <a:pt x="965179" y="1212585"/>
                </a:lnTo>
                <a:lnTo>
                  <a:pt x="972407" y="1206489"/>
                </a:lnTo>
                <a:lnTo>
                  <a:pt x="914765" y="1206489"/>
                </a:lnTo>
                <a:lnTo>
                  <a:pt x="906436" y="1200393"/>
                </a:lnTo>
                <a:lnTo>
                  <a:pt x="895682" y="1194297"/>
                </a:lnTo>
                <a:lnTo>
                  <a:pt x="886205" y="1185153"/>
                </a:lnTo>
                <a:lnTo>
                  <a:pt x="880231" y="1179057"/>
                </a:lnTo>
                <a:lnTo>
                  <a:pt x="877305" y="1172961"/>
                </a:lnTo>
                <a:lnTo>
                  <a:pt x="877549" y="1166865"/>
                </a:lnTo>
                <a:lnTo>
                  <a:pt x="877823" y="1157721"/>
                </a:lnTo>
                <a:lnTo>
                  <a:pt x="885443" y="1148577"/>
                </a:lnTo>
                <a:lnTo>
                  <a:pt x="888735" y="1145529"/>
                </a:lnTo>
                <a:lnTo>
                  <a:pt x="939424" y="1145529"/>
                </a:lnTo>
                <a:lnTo>
                  <a:pt x="932413" y="1139433"/>
                </a:lnTo>
                <a:lnTo>
                  <a:pt x="926835" y="1133337"/>
                </a:lnTo>
                <a:lnTo>
                  <a:pt x="922781" y="1130289"/>
                </a:lnTo>
                <a:lnTo>
                  <a:pt x="911473" y="1124193"/>
                </a:lnTo>
                <a:lnTo>
                  <a:pt x="905377" y="1121145"/>
                </a:lnTo>
                <a:close/>
              </a:path>
              <a:path w="1016635" h="1255395">
                <a:moveTo>
                  <a:pt x="939424" y="1145529"/>
                </a:moveTo>
                <a:lnTo>
                  <a:pt x="904859" y="1145529"/>
                </a:lnTo>
                <a:lnTo>
                  <a:pt x="909124" y="1148577"/>
                </a:lnTo>
                <a:lnTo>
                  <a:pt x="916782" y="1151625"/>
                </a:lnTo>
                <a:lnTo>
                  <a:pt x="929086" y="1163817"/>
                </a:lnTo>
                <a:lnTo>
                  <a:pt x="940387" y="1172961"/>
                </a:lnTo>
                <a:lnTo>
                  <a:pt x="950255" y="1179057"/>
                </a:lnTo>
                <a:lnTo>
                  <a:pt x="958717" y="1185153"/>
                </a:lnTo>
                <a:lnTo>
                  <a:pt x="951859" y="1191249"/>
                </a:lnTo>
                <a:lnTo>
                  <a:pt x="943477" y="1197345"/>
                </a:lnTo>
                <a:lnTo>
                  <a:pt x="936223" y="1203441"/>
                </a:lnTo>
                <a:lnTo>
                  <a:pt x="930401" y="1203441"/>
                </a:lnTo>
                <a:lnTo>
                  <a:pt x="922660" y="1206489"/>
                </a:lnTo>
                <a:lnTo>
                  <a:pt x="972407" y="1206489"/>
                </a:lnTo>
                <a:lnTo>
                  <a:pt x="990478" y="1191249"/>
                </a:lnTo>
                <a:lnTo>
                  <a:pt x="998981" y="1185153"/>
                </a:lnTo>
                <a:lnTo>
                  <a:pt x="1004437" y="1179057"/>
                </a:lnTo>
                <a:lnTo>
                  <a:pt x="1007242" y="1176009"/>
                </a:lnTo>
                <a:lnTo>
                  <a:pt x="1011539" y="1169913"/>
                </a:lnTo>
                <a:lnTo>
                  <a:pt x="969815" y="1169913"/>
                </a:lnTo>
                <a:lnTo>
                  <a:pt x="961095" y="1163817"/>
                </a:lnTo>
                <a:lnTo>
                  <a:pt x="950965" y="1154673"/>
                </a:lnTo>
                <a:lnTo>
                  <a:pt x="939424" y="1145529"/>
                </a:lnTo>
                <a:close/>
              </a:path>
              <a:path w="1016635" h="1255395">
                <a:moveTo>
                  <a:pt x="992652" y="1108953"/>
                </a:moveTo>
                <a:lnTo>
                  <a:pt x="962105" y="1108953"/>
                </a:lnTo>
                <a:lnTo>
                  <a:pt x="971161" y="1115049"/>
                </a:lnTo>
                <a:lnTo>
                  <a:pt x="982375" y="1127241"/>
                </a:lnTo>
                <a:lnTo>
                  <a:pt x="988760" y="1139433"/>
                </a:lnTo>
                <a:lnTo>
                  <a:pt x="990599" y="1151625"/>
                </a:lnTo>
                <a:lnTo>
                  <a:pt x="990325" y="1157721"/>
                </a:lnTo>
                <a:lnTo>
                  <a:pt x="986393" y="1163817"/>
                </a:lnTo>
                <a:lnTo>
                  <a:pt x="978651" y="1169913"/>
                </a:lnTo>
                <a:lnTo>
                  <a:pt x="1011539" y="1169913"/>
                </a:lnTo>
                <a:lnTo>
                  <a:pt x="1014221" y="1166865"/>
                </a:lnTo>
                <a:lnTo>
                  <a:pt x="1015349" y="1160769"/>
                </a:lnTo>
                <a:lnTo>
                  <a:pt x="1016386" y="1154673"/>
                </a:lnTo>
                <a:lnTo>
                  <a:pt x="1015624" y="1148577"/>
                </a:lnTo>
                <a:lnTo>
                  <a:pt x="1012433" y="1139433"/>
                </a:lnTo>
                <a:lnTo>
                  <a:pt x="1008598" y="1130289"/>
                </a:lnTo>
                <a:lnTo>
                  <a:pt x="1001674" y="1121145"/>
                </a:lnTo>
                <a:lnTo>
                  <a:pt x="992652" y="1108953"/>
                </a:lnTo>
                <a:close/>
              </a:path>
              <a:path w="1016635" h="1255395">
                <a:moveTo>
                  <a:pt x="898397" y="999225"/>
                </a:moveTo>
                <a:lnTo>
                  <a:pt x="883523" y="1011417"/>
                </a:lnTo>
                <a:lnTo>
                  <a:pt x="894953" y="1023609"/>
                </a:lnTo>
                <a:lnTo>
                  <a:pt x="815612" y="1090665"/>
                </a:lnTo>
                <a:lnTo>
                  <a:pt x="810005" y="1096761"/>
                </a:lnTo>
                <a:lnTo>
                  <a:pt x="807719" y="1102857"/>
                </a:lnTo>
                <a:lnTo>
                  <a:pt x="807079" y="1105905"/>
                </a:lnTo>
                <a:lnTo>
                  <a:pt x="807963" y="1112001"/>
                </a:lnTo>
                <a:lnTo>
                  <a:pt x="808969" y="1118097"/>
                </a:lnTo>
                <a:lnTo>
                  <a:pt x="812291" y="1124193"/>
                </a:lnTo>
                <a:lnTo>
                  <a:pt x="817869" y="1130289"/>
                </a:lnTo>
                <a:lnTo>
                  <a:pt x="821314" y="1136385"/>
                </a:lnTo>
                <a:lnTo>
                  <a:pt x="825733" y="1139433"/>
                </a:lnTo>
                <a:lnTo>
                  <a:pt x="831220" y="1142481"/>
                </a:lnTo>
                <a:lnTo>
                  <a:pt x="845819" y="1127241"/>
                </a:lnTo>
                <a:lnTo>
                  <a:pt x="842497" y="1124193"/>
                </a:lnTo>
                <a:lnTo>
                  <a:pt x="839967" y="1121145"/>
                </a:lnTo>
                <a:lnTo>
                  <a:pt x="838199" y="1121145"/>
                </a:lnTo>
                <a:lnTo>
                  <a:pt x="835913" y="1118097"/>
                </a:lnTo>
                <a:lnTo>
                  <a:pt x="834633" y="1115049"/>
                </a:lnTo>
                <a:lnTo>
                  <a:pt x="834268" y="1112001"/>
                </a:lnTo>
                <a:lnTo>
                  <a:pt x="833993" y="1108953"/>
                </a:lnTo>
                <a:lnTo>
                  <a:pt x="834389" y="1108953"/>
                </a:lnTo>
                <a:lnTo>
                  <a:pt x="835273" y="1105905"/>
                </a:lnTo>
                <a:lnTo>
                  <a:pt x="836279" y="1102857"/>
                </a:lnTo>
                <a:lnTo>
                  <a:pt x="839602" y="1099809"/>
                </a:lnTo>
                <a:lnTo>
                  <a:pt x="844936" y="1096761"/>
                </a:lnTo>
                <a:lnTo>
                  <a:pt x="910468" y="1041897"/>
                </a:lnTo>
                <a:lnTo>
                  <a:pt x="934107" y="1041897"/>
                </a:lnTo>
                <a:lnTo>
                  <a:pt x="925189" y="1029705"/>
                </a:lnTo>
                <a:lnTo>
                  <a:pt x="948653" y="1011417"/>
                </a:lnTo>
                <a:lnTo>
                  <a:pt x="909706" y="1011417"/>
                </a:lnTo>
                <a:lnTo>
                  <a:pt x="898397" y="999225"/>
                </a:lnTo>
                <a:close/>
              </a:path>
              <a:path w="1016635" h="1255395">
                <a:moveTo>
                  <a:pt x="958669" y="1084569"/>
                </a:moveTo>
                <a:lnTo>
                  <a:pt x="946067" y="1084569"/>
                </a:lnTo>
                <a:lnTo>
                  <a:pt x="934208" y="1087617"/>
                </a:lnTo>
                <a:lnTo>
                  <a:pt x="921501" y="1090665"/>
                </a:lnTo>
                <a:lnTo>
                  <a:pt x="937955" y="1112001"/>
                </a:lnTo>
                <a:lnTo>
                  <a:pt x="949713" y="1108953"/>
                </a:lnTo>
                <a:lnTo>
                  <a:pt x="992652" y="1108953"/>
                </a:lnTo>
                <a:lnTo>
                  <a:pt x="990396" y="1105905"/>
                </a:lnTo>
                <a:lnTo>
                  <a:pt x="981093" y="1096761"/>
                </a:lnTo>
                <a:lnTo>
                  <a:pt x="970506" y="1090665"/>
                </a:lnTo>
                <a:lnTo>
                  <a:pt x="958669" y="1084569"/>
                </a:lnTo>
                <a:close/>
              </a:path>
              <a:path w="1016635" h="1255395">
                <a:moveTo>
                  <a:pt x="751697" y="938265"/>
                </a:moveTo>
                <a:lnTo>
                  <a:pt x="745479" y="938265"/>
                </a:lnTo>
                <a:lnTo>
                  <a:pt x="735621" y="941313"/>
                </a:lnTo>
                <a:lnTo>
                  <a:pt x="726467" y="944361"/>
                </a:lnTo>
                <a:lnTo>
                  <a:pt x="713285" y="956553"/>
                </a:lnTo>
                <a:lnTo>
                  <a:pt x="708056" y="968745"/>
                </a:lnTo>
                <a:lnTo>
                  <a:pt x="705933" y="983985"/>
                </a:lnTo>
                <a:lnTo>
                  <a:pt x="708342" y="993129"/>
                </a:lnTo>
                <a:lnTo>
                  <a:pt x="714206" y="1005321"/>
                </a:lnTo>
                <a:lnTo>
                  <a:pt x="724099" y="1017513"/>
                </a:lnTo>
                <a:lnTo>
                  <a:pt x="733010" y="1026657"/>
                </a:lnTo>
                <a:lnTo>
                  <a:pt x="745191" y="1032753"/>
                </a:lnTo>
                <a:lnTo>
                  <a:pt x="756641" y="1038849"/>
                </a:lnTo>
                <a:lnTo>
                  <a:pt x="770107" y="1041897"/>
                </a:lnTo>
                <a:lnTo>
                  <a:pt x="765291" y="1044945"/>
                </a:lnTo>
                <a:lnTo>
                  <a:pt x="761725" y="1051041"/>
                </a:lnTo>
                <a:lnTo>
                  <a:pt x="759317" y="1057137"/>
                </a:lnTo>
                <a:lnTo>
                  <a:pt x="775594" y="1075425"/>
                </a:lnTo>
                <a:lnTo>
                  <a:pt x="777880" y="1069329"/>
                </a:lnTo>
                <a:lnTo>
                  <a:pt x="781049" y="1066281"/>
                </a:lnTo>
                <a:lnTo>
                  <a:pt x="786858" y="1060185"/>
                </a:lnTo>
                <a:lnTo>
                  <a:pt x="793605" y="1051041"/>
                </a:lnTo>
                <a:lnTo>
                  <a:pt x="803858" y="1041897"/>
                </a:lnTo>
                <a:lnTo>
                  <a:pt x="817625" y="1032753"/>
                </a:lnTo>
                <a:lnTo>
                  <a:pt x="828455" y="1023609"/>
                </a:lnTo>
                <a:lnTo>
                  <a:pt x="767212" y="1023609"/>
                </a:lnTo>
                <a:lnTo>
                  <a:pt x="758910" y="1020561"/>
                </a:lnTo>
                <a:lnTo>
                  <a:pt x="748082" y="1014465"/>
                </a:lnTo>
                <a:lnTo>
                  <a:pt x="738621" y="1005321"/>
                </a:lnTo>
                <a:lnTo>
                  <a:pt x="732525" y="999225"/>
                </a:lnTo>
                <a:lnTo>
                  <a:pt x="729599" y="990081"/>
                </a:lnTo>
                <a:lnTo>
                  <a:pt x="729874" y="983985"/>
                </a:lnTo>
                <a:lnTo>
                  <a:pt x="730117" y="977889"/>
                </a:lnTo>
                <a:lnTo>
                  <a:pt x="732769" y="971793"/>
                </a:lnTo>
                <a:lnTo>
                  <a:pt x="737859" y="968745"/>
                </a:lnTo>
                <a:lnTo>
                  <a:pt x="741151" y="965697"/>
                </a:lnTo>
                <a:lnTo>
                  <a:pt x="744839" y="965697"/>
                </a:lnTo>
                <a:lnTo>
                  <a:pt x="749045" y="962649"/>
                </a:lnTo>
                <a:lnTo>
                  <a:pt x="789472" y="962649"/>
                </a:lnTo>
                <a:lnTo>
                  <a:pt x="784738" y="956553"/>
                </a:lnTo>
                <a:lnTo>
                  <a:pt x="779251" y="953505"/>
                </a:lnTo>
                <a:lnTo>
                  <a:pt x="775197" y="950457"/>
                </a:lnTo>
                <a:lnTo>
                  <a:pt x="769619" y="947409"/>
                </a:lnTo>
                <a:lnTo>
                  <a:pt x="763889" y="944361"/>
                </a:lnTo>
                <a:lnTo>
                  <a:pt x="751697" y="938265"/>
                </a:lnTo>
                <a:close/>
              </a:path>
              <a:path w="1016635" h="1255395">
                <a:moveTo>
                  <a:pt x="934107" y="1041897"/>
                </a:moveTo>
                <a:lnTo>
                  <a:pt x="910468" y="1041897"/>
                </a:lnTo>
                <a:lnTo>
                  <a:pt x="925951" y="1063233"/>
                </a:lnTo>
                <a:lnTo>
                  <a:pt x="940795" y="1051041"/>
                </a:lnTo>
                <a:lnTo>
                  <a:pt x="934107" y="1041897"/>
                </a:lnTo>
                <a:close/>
              </a:path>
              <a:path w="1016635" h="1255395">
                <a:moveTo>
                  <a:pt x="789472" y="962649"/>
                </a:moveTo>
                <a:lnTo>
                  <a:pt x="753221" y="962649"/>
                </a:lnTo>
                <a:lnTo>
                  <a:pt x="757306" y="965697"/>
                </a:lnTo>
                <a:lnTo>
                  <a:pt x="761527" y="965697"/>
                </a:lnTo>
                <a:lnTo>
                  <a:pt x="769197" y="971793"/>
                </a:lnTo>
                <a:lnTo>
                  <a:pt x="781482" y="983985"/>
                </a:lnTo>
                <a:lnTo>
                  <a:pt x="792744" y="993129"/>
                </a:lnTo>
                <a:lnTo>
                  <a:pt x="802642" y="999225"/>
                </a:lnTo>
                <a:lnTo>
                  <a:pt x="811133" y="1005321"/>
                </a:lnTo>
                <a:lnTo>
                  <a:pt x="804153" y="1011417"/>
                </a:lnTo>
                <a:lnTo>
                  <a:pt x="795893" y="1017513"/>
                </a:lnTo>
                <a:lnTo>
                  <a:pt x="788669" y="1020561"/>
                </a:lnTo>
                <a:lnTo>
                  <a:pt x="782695" y="1023609"/>
                </a:lnTo>
                <a:lnTo>
                  <a:pt x="828455" y="1023609"/>
                </a:lnTo>
                <a:lnTo>
                  <a:pt x="842893" y="1011417"/>
                </a:lnTo>
                <a:lnTo>
                  <a:pt x="851275" y="1005321"/>
                </a:lnTo>
                <a:lnTo>
                  <a:pt x="859657" y="996177"/>
                </a:lnTo>
                <a:lnTo>
                  <a:pt x="863833" y="990081"/>
                </a:lnTo>
                <a:lnTo>
                  <a:pt x="822227" y="990081"/>
                </a:lnTo>
                <a:lnTo>
                  <a:pt x="813559" y="983985"/>
                </a:lnTo>
                <a:lnTo>
                  <a:pt x="803424" y="974841"/>
                </a:lnTo>
                <a:lnTo>
                  <a:pt x="791839" y="965697"/>
                </a:lnTo>
                <a:lnTo>
                  <a:pt x="789472" y="962649"/>
                </a:lnTo>
                <a:close/>
              </a:path>
              <a:path w="1016635" h="1255395">
                <a:moveTo>
                  <a:pt x="937503" y="990081"/>
                </a:moveTo>
                <a:lnTo>
                  <a:pt x="909706" y="1011417"/>
                </a:lnTo>
                <a:lnTo>
                  <a:pt x="948653" y="1011417"/>
                </a:lnTo>
                <a:lnTo>
                  <a:pt x="964295" y="999225"/>
                </a:lnTo>
                <a:lnTo>
                  <a:pt x="937503" y="990081"/>
                </a:lnTo>
                <a:close/>
              </a:path>
              <a:path w="1016635" h="1255395">
                <a:moveTo>
                  <a:pt x="842833" y="926073"/>
                </a:moveTo>
                <a:lnTo>
                  <a:pt x="802052" y="926073"/>
                </a:lnTo>
                <a:lnTo>
                  <a:pt x="814458" y="929121"/>
                </a:lnTo>
                <a:lnTo>
                  <a:pt x="823519" y="935217"/>
                </a:lnTo>
                <a:lnTo>
                  <a:pt x="834619" y="947409"/>
                </a:lnTo>
                <a:lnTo>
                  <a:pt x="841102" y="959601"/>
                </a:lnTo>
                <a:lnTo>
                  <a:pt x="843015" y="968745"/>
                </a:lnTo>
                <a:lnTo>
                  <a:pt x="842771" y="977889"/>
                </a:lnTo>
                <a:lnTo>
                  <a:pt x="838840" y="983985"/>
                </a:lnTo>
                <a:lnTo>
                  <a:pt x="831067" y="990081"/>
                </a:lnTo>
                <a:lnTo>
                  <a:pt x="863833" y="990081"/>
                </a:lnTo>
                <a:lnTo>
                  <a:pt x="866515" y="983985"/>
                </a:lnTo>
                <a:lnTo>
                  <a:pt x="867643" y="980937"/>
                </a:lnTo>
                <a:lnTo>
                  <a:pt x="868801" y="974841"/>
                </a:lnTo>
                <a:lnTo>
                  <a:pt x="868039" y="965697"/>
                </a:lnTo>
                <a:lnTo>
                  <a:pt x="864819" y="956553"/>
                </a:lnTo>
                <a:lnTo>
                  <a:pt x="860919" y="950457"/>
                </a:lnTo>
                <a:lnTo>
                  <a:pt x="854009" y="938265"/>
                </a:lnTo>
                <a:lnTo>
                  <a:pt x="842833" y="926073"/>
                </a:lnTo>
                <a:close/>
              </a:path>
              <a:path w="1016635" h="1255395">
                <a:moveTo>
                  <a:pt x="716665" y="785865"/>
                </a:moveTo>
                <a:lnTo>
                  <a:pt x="693544" y="785865"/>
                </a:lnTo>
                <a:lnTo>
                  <a:pt x="679237" y="788913"/>
                </a:lnTo>
                <a:lnTo>
                  <a:pt x="668509" y="795009"/>
                </a:lnTo>
                <a:lnTo>
                  <a:pt x="657551" y="801105"/>
                </a:lnTo>
                <a:lnTo>
                  <a:pt x="628853" y="828537"/>
                </a:lnTo>
                <a:lnTo>
                  <a:pt x="616664" y="862065"/>
                </a:lnTo>
                <a:lnTo>
                  <a:pt x="617109" y="877305"/>
                </a:lnTo>
                <a:lnTo>
                  <a:pt x="636452" y="910833"/>
                </a:lnTo>
                <a:lnTo>
                  <a:pt x="658697" y="919977"/>
                </a:lnTo>
                <a:lnTo>
                  <a:pt x="671687" y="919977"/>
                </a:lnTo>
                <a:lnTo>
                  <a:pt x="657484" y="932169"/>
                </a:lnTo>
                <a:lnTo>
                  <a:pt x="671962" y="950457"/>
                </a:lnTo>
                <a:lnTo>
                  <a:pt x="727152" y="904737"/>
                </a:lnTo>
                <a:lnTo>
                  <a:pt x="673494" y="904737"/>
                </a:lnTo>
                <a:lnTo>
                  <a:pt x="662785" y="901689"/>
                </a:lnTo>
                <a:lnTo>
                  <a:pt x="652486" y="895593"/>
                </a:lnTo>
                <a:lnTo>
                  <a:pt x="641549" y="883401"/>
                </a:lnTo>
                <a:lnTo>
                  <a:pt x="639206" y="871209"/>
                </a:lnTo>
                <a:lnTo>
                  <a:pt x="640594" y="855969"/>
                </a:lnTo>
                <a:lnTo>
                  <a:pt x="664342" y="825489"/>
                </a:lnTo>
                <a:lnTo>
                  <a:pt x="698159" y="810249"/>
                </a:lnTo>
                <a:lnTo>
                  <a:pt x="747500" y="810249"/>
                </a:lnTo>
                <a:lnTo>
                  <a:pt x="739089" y="798057"/>
                </a:lnTo>
                <a:lnTo>
                  <a:pt x="728890" y="791961"/>
                </a:lnTo>
                <a:lnTo>
                  <a:pt x="716665" y="785865"/>
                </a:lnTo>
                <a:close/>
              </a:path>
              <a:path w="1016635" h="1255395">
                <a:moveTo>
                  <a:pt x="811008" y="904737"/>
                </a:moveTo>
                <a:lnTo>
                  <a:pt x="786651" y="904737"/>
                </a:lnTo>
                <a:lnTo>
                  <a:pt x="773917" y="910833"/>
                </a:lnTo>
                <a:lnTo>
                  <a:pt x="790269" y="929121"/>
                </a:lnTo>
                <a:lnTo>
                  <a:pt x="802052" y="926073"/>
                </a:lnTo>
                <a:lnTo>
                  <a:pt x="842833" y="926073"/>
                </a:lnTo>
                <a:lnTo>
                  <a:pt x="833510" y="916929"/>
                </a:lnTo>
                <a:lnTo>
                  <a:pt x="822837" y="910833"/>
                </a:lnTo>
                <a:lnTo>
                  <a:pt x="811008" y="904737"/>
                </a:lnTo>
                <a:close/>
              </a:path>
              <a:path w="1016635" h="1255395">
                <a:moveTo>
                  <a:pt x="747500" y="810249"/>
                </a:moveTo>
                <a:lnTo>
                  <a:pt x="711507" y="810249"/>
                </a:lnTo>
                <a:lnTo>
                  <a:pt x="722914" y="813297"/>
                </a:lnTo>
                <a:lnTo>
                  <a:pt x="733266" y="822441"/>
                </a:lnTo>
                <a:lnTo>
                  <a:pt x="737440" y="831585"/>
                </a:lnTo>
                <a:lnTo>
                  <a:pt x="738421" y="843777"/>
                </a:lnTo>
                <a:lnTo>
                  <a:pt x="735696" y="859017"/>
                </a:lnTo>
                <a:lnTo>
                  <a:pt x="729900" y="868161"/>
                </a:lnTo>
                <a:lnTo>
                  <a:pt x="720799" y="880353"/>
                </a:lnTo>
                <a:lnTo>
                  <a:pt x="707983" y="892545"/>
                </a:lnTo>
                <a:lnTo>
                  <a:pt x="695931" y="898641"/>
                </a:lnTo>
                <a:lnTo>
                  <a:pt x="684459" y="904737"/>
                </a:lnTo>
                <a:lnTo>
                  <a:pt x="727152" y="904737"/>
                </a:lnTo>
                <a:lnTo>
                  <a:pt x="797060" y="846825"/>
                </a:lnTo>
                <a:lnTo>
                  <a:pt x="755958" y="846825"/>
                </a:lnTo>
                <a:lnTo>
                  <a:pt x="756912" y="837681"/>
                </a:lnTo>
                <a:lnTo>
                  <a:pt x="754732" y="822441"/>
                </a:lnTo>
                <a:lnTo>
                  <a:pt x="749602" y="813297"/>
                </a:lnTo>
                <a:lnTo>
                  <a:pt x="747500" y="810249"/>
                </a:lnTo>
                <a:close/>
              </a:path>
              <a:path w="1016635" h="1255395">
                <a:moveTo>
                  <a:pt x="811011" y="804153"/>
                </a:moveTo>
                <a:lnTo>
                  <a:pt x="755958" y="846825"/>
                </a:lnTo>
                <a:lnTo>
                  <a:pt x="797060" y="846825"/>
                </a:lnTo>
                <a:lnTo>
                  <a:pt x="826495" y="822441"/>
                </a:lnTo>
                <a:lnTo>
                  <a:pt x="811011" y="804153"/>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603029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170550" y="1099832"/>
            <a:ext cx="10058400" cy="584775"/>
          </a:xfrm>
          <a:prstGeom prst="rect">
            <a:avLst/>
          </a:prstGeom>
        </p:spPr>
        <p:txBody>
          <a:bodyPr vert="horz" wrap="square" lIns="0" tIns="0" rIns="0" bIns="0" rtlCol="0" anchor="b">
            <a:spAutoFit/>
          </a:bodyPr>
          <a:lstStyle/>
          <a:p>
            <a:pPr marL="12700">
              <a:lnSpc>
                <a:spcPct val="100000"/>
              </a:lnSpc>
            </a:pPr>
            <a:r>
              <a:rPr sz="3800" dirty="0">
                <a:latin typeface="Arial"/>
                <a:cs typeface="Arial"/>
              </a:rPr>
              <a:t>Pat</a:t>
            </a:r>
            <a:r>
              <a:rPr sz="3800" spc="-20" dirty="0">
                <a:latin typeface="Arial"/>
                <a:cs typeface="Arial"/>
              </a:rPr>
              <a:t>i</a:t>
            </a:r>
            <a:r>
              <a:rPr sz="3800" spc="-5" dirty="0">
                <a:latin typeface="Arial"/>
                <a:cs typeface="Arial"/>
              </a:rPr>
              <a:t>en</a:t>
            </a:r>
            <a:r>
              <a:rPr sz="3800" dirty="0">
                <a:latin typeface="Arial"/>
                <a:cs typeface="Arial"/>
              </a:rPr>
              <a:t>t</a:t>
            </a:r>
            <a:r>
              <a:rPr sz="3800" spc="105" dirty="0">
                <a:latin typeface="Times New Roman"/>
                <a:cs typeface="Times New Roman"/>
              </a:rPr>
              <a:t> </a:t>
            </a:r>
            <a:r>
              <a:rPr sz="3800" dirty="0">
                <a:latin typeface="Arial"/>
                <a:cs typeface="Arial"/>
              </a:rPr>
              <a:t>M</a:t>
            </a:r>
            <a:r>
              <a:rPr sz="3800" spc="-15" dirty="0">
                <a:latin typeface="Arial"/>
                <a:cs typeface="Arial"/>
              </a:rPr>
              <a:t>o</a:t>
            </a:r>
            <a:r>
              <a:rPr sz="3800" spc="-5" dirty="0">
                <a:latin typeface="Arial"/>
                <a:cs typeface="Arial"/>
              </a:rPr>
              <a:t>nit</a:t>
            </a:r>
            <a:r>
              <a:rPr sz="3800" spc="-15" dirty="0">
                <a:latin typeface="Arial"/>
                <a:cs typeface="Arial"/>
              </a:rPr>
              <a:t>o</a:t>
            </a:r>
            <a:r>
              <a:rPr sz="3800" dirty="0">
                <a:latin typeface="Arial"/>
                <a:cs typeface="Arial"/>
              </a:rPr>
              <a:t>ring</a:t>
            </a:r>
            <a:r>
              <a:rPr sz="3800" spc="105" dirty="0">
                <a:latin typeface="Times New Roman"/>
                <a:cs typeface="Times New Roman"/>
              </a:rPr>
              <a:t> </a:t>
            </a:r>
            <a:r>
              <a:rPr sz="3800" spc="-15" dirty="0">
                <a:latin typeface="Arial"/>
                <a:cs typeface="Arial"/>
              </a:rPr>
              <a:t>S</a:t>
            </a:r>
            <a:r>
              <a:rPr sz="3800" dirty="0">
                <a:latin typeface="Arial"/>
                <a:cs typeface="Arial"/>
              </a:rPr>
              <a:t>y</a:t>
            </a:r>
            <a:r>
              <a:rPr sz="3800" spc="5" dirty="0">
                <a:latin typeface="Arial"/>
                <a:cs typeface="Arial"/>
              </a:rPr>
              <a:t>s</a:t>
            </a:r>
            <a:r>
              <a:rPr sz="3800" dirty="0">
                <a:latin typeface="Arial"/>
                <a:cs typeface="Arial"/>
              </a:rPr>
              <a:t>tem</a:t>
            </a:r>
            <a:r>
              <a:rPr sz="3800" spc="70" dirty="0">
                <a:latin typeface="Times New Roman"/>
                <a:cs typeface="Times New Roman"/>
              </a:rPr>
              <a:t> </a:t>
            </a:r>
            <a:r>
              <a:rPr sz="3800" dirty="0">
                <a:latin typeface="Arial"/>
                <a:cs typeface="Arial"/>
              </a:rPr>
              <a:t>–</a:t>
            </a:r>
            <a:r>
              <a:rPr sz="3800" spc="-5" dirty="0">
                <a:latin typeface="Arial"/>
                <a:cs typeface="Arial"/>
              </a:rPr>
              <a:t> Leve</a:t>
            </a:r>
            <a:r>
              <a:rPr sz="3800" dirty="0">
                <a:latin typeface="Arial"/>
                <a:cs typeface="Arial"/>
              </a:rPr>
              <a:t>l</a:t>
            </a:r>
            <a:r>
              <a:rPr sz="3800" spc="100" dirty="0">
                <a:latin typeface="Times New Roman"/>
                <a:cs typeface="Times New Roman"/>
              </a:rPr>
              <a:t> </a:t>
            </a:r>
            <a:r>
              <a:rPr sz="3800" dirty="0">
                <a:latin typeface="Arial"/>
                <a:cs typeface="Arial"/>
              </a:rPr>
              <a:t>2</a:t>
            </a:r>
            <a:r>
              <a:rPr sz="3800" spc="90" dirty="0">
                <a:latin typeface="Times New Roman"/>
                <a:cs typeface="Times New Roman"/>
              </a:rPr>
              <a:t> </a:t>
            </a:r>
            <a:r>
              <a:rPr sz="3800" spc="-5" dirty="0">
                <a:latin typeface="Arial"/>
                <a:cs typeface="Arial"/>
              </a:rPr>
              <a:t>DFD</a:t>
            </a:r>
            <a:endParaRPr sz="3800" dirty="0">
              <a:latin typeface="Arial"/>
              <a:cs typeface="Arial"/>
            </a:endParaRPr>
          </a:p>
        </p:txBody>
      </p:sp>
      <p:sp>
        <p:nvSpPr>
          <p:cNvPr id="6" name="object 6"/>
          <p:cNvSpPr/>
          <p:nvPr/>
        </p:nvSpPr>
        <p:spPr>
          <a:xfrm>
            <a:off x="1373206" y="2002135"/>
            <a:ext cx="9101362" cy="3938534"/>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580591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1E20CE3-36EC-9852-4C7A-2D7FD15ED125}"/>
              </a:ext>
            </a:extLst>
          </p:cNvPr>
          <p:cNvSpPr>
            <a:spLocks noGrp="1" noChangeArrowheads="1"/>
          </p:cNvSpPr>
          <p:nvPr>
            <p:ph type="title"/>
          </p:nvPr>
        </p:nvSpPr>
        <p:spPr>
          <a:xfrm>
            <a:off x="2209800" y="76200"/>
            <a:ext cx="7772400" cy="1143000"/>
          </a:xfrm>
        </p:spPr>
        <p:txBody>
          <a:bodyPr/>
          <a:lstStyle/>
          <a:p>
            <a:pPr eaLnBrk="1" hangingPunct="1"/>
            <a:r>
              <a:rPr lang="en-US" altLang="en-US"/>
              <a:t>Identifying operations</a:t>
            </a:r>
          </a:p>
        </p:txBody>
      </p:sp>
      <p:sp>
        <p:nvSpPr>
          <p:cNvPr id="39939" name="Rectangle 3">
            <a:extLst>
              <a:ext uri="{FF2B5EF4-FFF2-40B4-BE49-F238E27FC236}">
                <a16:creationId xmlns:a16="http://schemas.microsoft.com/office/drawing/2014/main" id="{FD15D8CA-6828-2BD2-ECD1-9B03B2FE47EB}"/>
              </a:ext>
            </a:extLst>
          </p:cNvPr>
          <p:cNvSpPr>
            <a:spLocks noGrp="1" noChangeArrowheads="1"/>
          </p:cNvSpPr>
          <p:nvPr>
            <p:ph type="body" idx="1"/>
          </p:nvPr>
        </p:nvSpPr>
        <p:spPr>
          <a:xfrm>
            <a:off x="1182757" y="1881809"/>
            <a:ext cx="10197547" cy="4800600"/>
          </a:xfrm>
        </p:spPr>
        <p:txBody>
          <a:bodyPr>
            <a:normAutofit/>
          </a:bodyPr>
          <a:lstStyle/>
          <a:p>
            <a:pPr algn="just">
              <a:lnSpc>
                <a:spcPct val="80000"/>
              </a:lnSpc>
              <a:spcAft>
                <a:spcPts val="600"/>
              </a:spcAft>
            </a:pPr>
            <a:r>
              <a:rPr lang="en-US" altLang="en-US" dirty="0"/>
              <a:t>The </a:t>
            </a:r>
            <a:r>
              <a:rPr lang="en-US" altLang="en-US" i="1" dirty="0" err="1">
                <a:solidFill>
                  <a:schemeClr val="tx2"/>
                </a:solidFill>
              </a:rPr>
              <a:t>SafeHome</a:t>
            </a:r>
            <a:r>
              <a:rPr lang="en-US" altLang="en-US" dirty="0">
                <a:solidFill>
                  <a:schemeClr val="tx2"/>
                </a:solidFill>
              </a:rPr>
              <a:t> security function</a:t>
            </a:r>
            <a:r>
              <a:rPr lang="en-US" altLang="en-US" dirty="0"/>
              <a:t> </a:t>
            </a:r>
            <a:r>
              <a:rPr lang="en-US" altLang="en-US" dirty="0">
                <a:solidFill>
                  <a:schemeClr val="tx2"/>
                </a:solidFill>
              </a:rPr>
              <a:t>enables</a:t>
            </a:r>
            <a:r>
              <a:rPr lang="en-US" altLang="en-US" dirty="0"/>
              <a:t> the </a:t>
            </a:r>
            <a:r>
              <a:rPr lang="en-US" altLang="en-US" dirty="0">
                <a:solidFill>
                  <a:schemeClr val="tx2"/>
                </a:solidFill>
              </a:rPr>
              <a:t>homeowner</a:t>
            </a:r>
            <a:r>
              <a:rPr lang="en-US" altLang="en-US" dirty="0"/>
              <a:t> to </a:t>
            </a:r>
            <a:r>
              <a:rPr lang="en-US" altLang="en-US" dirty="0">
                <a:solidFill>
                  <a:schemeClr val="tx2"/>
                </a:solidFill>
              </a:rPr>
              <a:t>configure</a:t>
            </a:r>
            <a:r>
              <a:rPr lang="en-US" altLang="en-US" dirty="0"/>
              <a:t> the </a:t>
            </a:r>
            <a:r>
              <a:rPr lang="en-US" altLang="en-US" dirty="0">
                <a:solidFill>
                  <a:schemeClr val="tx2"/>
                </a:solidFill>
              </a:rPr>
              <a:t>security system</a:t>
            </a:r>
            <a:r>
              <a:rPr lang="en-US" altLang="en-US" dirty="0"/>
              <a:t> when it is </a:t>
            </a:r>
            <a:r>
              <a:rPr lang="en-US" altLang="en-US" dirty="0">
                <a:solidFill>
                  <a:schemeClr val="tx2"/>
                </a:solidFill>
              </a:rPr>
              <a:t>installed</a:t>
            </a:r>
            <a:r>
              <a:rPr lang="en-US" altLang="en-US" dirty="0"/>
              <a:t>, </a:t>
            </a:r>
            <a:r>
              <a:rPr lang="en-US" altLang="en-US" dirty="0">
                <a:solidFill>
                  <a:schemeClr val="tx2"/>
                </a:solidFill>
              </a:rPr>
              <a:t>monitors</a:t>
            </a:r>
            <a:r>
              <a:rPr lang="en-US" altLang="en-US" dirty="0"/>
              <a:t> all </a:t>
            </a:r>
            <a:r>
              <a:rPr lang="en-US" altLang="en-US" dirty="0">
                <a:solidFill>
                  <a:schemeClr val="tx2"/>
                </a:solidFill>
              </a:rPr>
              <a:t>sensors</a:t>
            </a:r>
            <a:r>
              <a:rPr lang="en-US" altLang="en-US" dirty="0"/>
              <a:t> </a:t>
            </a:r>
            <a:r>
              <a:rPr lang="en-US" altLang="en-US" dirty="0">
                <a:solidFill>
                  <a:schemeClr val="tx2"/>
                </a:solidFill>
              </a:rPr>
              <a:t>connected</a:t>
            </a:r>
            <a:r>
              <a:rPr lang="en-US" altLang="en-US" dirty="0"/>
              <a:t> to the security system, and </a:t>
            </a:r>
            <a:r>
              <a:rPr lang="en-US" altLang="en-US" dirty="0">
                <a:solidFill>
                  <a:schemeClr val="tx2"/>
                </a:solidFill>
              </a:rPr>
              <a:t>interacts</a:t>
            </a:r>
            <a:r>
              <a:rPr lang="en-US" altLang="en-US" dirty="0"/>
              <a:t> with the homeowner through the </a:t>
            </a:r>
            <a:r>
              <a:rPr lang="en-US" altLang="en-US" dirty="0">
                <a:solidFill>
                  <a:schemeClr val="tx2"/>
                </a:solidFill>
              </a:rPr>
              <a:t>Internet</a:t>
            </a:r>
            <a:r>
              <a:rPr lang="en-US" altLang="en-US" dirty="0"/>
              <a:t>, a </a:t>
            </a:r>
            <a:r>
              <a:rPr lang="en-US" altLang="en-US" dirty="0">
                <a:solidFill>
                  <a:schemeClr val="tx2"/>
                </a:solidFill>
              </a:rPr>
              <a:t>PC</a:t>
            </a:r>
            <a:r>
              <a:rPr lang="en-US" altLang="en-US" dirty="0"/>
              <a:t>, or a </a:t>
            </a:r>
            <a:r>
              <a:rPr lang="en-US" altLang="en-US" dirty="0">
                <a:solidFill>
                  <a:schemeClr val="tx2"/>
                </a:solidFill>
              </a:rPr>
              <a:t>control panel</a:t>
            </a:r>
            <a:r>
              <a:rPr lang="en-US" altLang="en-US" dirty="0"/>
              <a:t>.</a:t>
            </a:r>
          </a:p>
          <a:p>
            <a:pPr algn="just">
              <a:lnSpc>
                <a:spcPct val="80000"/>
              </a:lnSpc>
              <a:spcAft>
                <a:spcPts val="600"/>
              </a:spcAft>
            </a:pPr>
            <a:r>
              <a:rPr lang="en-US" altLang="en-US" dirty="0"/>
              <a:t>During </a:t>
            </a:r>
            <a:r>
              <a:rPr lang="en-US" altLang="en-US" dirty="0">
                <a:solidFill>
                  <a:schemeClr val="tx2"/>
                </a:solidFill>
              </a:rPr>
              <a:t>installation</a:t>
            </a:r>
            <a:r>
              <a:rPr lang="en-US" altLang="en-US" dirty="0"/>
              <a:t>, the </a:t>
            </a:r>
            <a:r>
              <a:rPr lang="en-US" altLang="en-US" i="1" dirty="0" err="1"/>
              <a:t>SafeHome</a:t>
            </a:r>
            <a:r>
              <a:rPr lang="en-US" altLang="en-US" dirty="0"/>
              <a:t> PC is used to </a:t>
            </a:r>
            <a:r>
              <a:rPr lang="en-US" altLang="en-US" dirty="0">
                <a:solidFill>
                  <a:schemeClr val="tx2"/>
                </a:solidFill>
              </a:rPr>
              <a:t>program</a:t>
            </a:r>
            <a:r>
              <a:rPr lang="en-US" altLang="en-US" dirty="0"/>
              <a:t> and </a:t>
            </a:r>
            <a:r>
              <a:rPr lang="en-US" altLang="en-US" dirty="0">
                <a:solidFill>
                  <a:schemeClr val="tx2"/>
                </a:solidFill>
              </a:rPr>
              <a:t>configure</a:t>
            </a:r>
            <a:r>
              <a:rPr lang="en-US" altLang="en-US" dirty="0"/>
              <a:t> the system. Each sensor is </a:t>
            </a:r>
            <a:r>
              <a:rPr lang="en-US" altLang="en-US" dirty="0">
                <a:solidFill>
                  <a:schemeClr val="tx2"/>
                </a:solidFill>
              </a:rPr>
              <a:t>assigned</a:t>
            </a:r>
            <a:r>
              <a:rPr lang="en-US" altLang="en-US" dirty="0"/>
              <a:t> a </a:t>
            </a:r>
            <a:r>
              <a:rPr lang="en-US" altLang="en-US" dirty="0">
                <a:solidFill>
                  <a:schemeClr val="tx2"/>
                </a:solidFill>
              </a:rPr>
              <a:t>number</a:t>
            </a:r>
            <a:r>
              <a:rPr lang="en-US" altLang="en-US" dirty="0"/>
              <a:t> and </a:t>
            </a:r>
            <a:r>
              <a:rPr lang="en-US" altLang="en-US" dirty="0">
                <a:solidFill>
                  <a:schemeClr val="tx2"/>
                </a:solidFill>
              </a:rPr>
              <a:t>type</a:t>
            </a:r>
            <a:r>
              <a:rPr lang="en-US" altLang="en-US" dirty="0"/>
              <a:t>, a </a:t>
            </a:r>
            <a:r>
              <a:rPr lang="en-US" altLang="en-US" dirty="0">
                <a:solidFill>
                  <a:schemeClr val="tx2"/>
                </a:solidFill>
              </a:rPr>
              <a:t>master password</a:t>
            </a:r>
            <a:r>
              <a:rPr lang="en-US" altLang="en-US" dirty="0"/>
              <a:t> is </a:t>
            </a:r>
            <a:r>
              <a:rPr lang="en-US" altLang="en-US" dirty="0">
                <a:solidFill>
                  <a:schemeClr val="tx2"/>
                </a:solidFill>
              </a:rPr>
              <a:t>programmed</a:t>
            </a:r>
            <a:r>
              <a:rPr lang="en-US" altLang="en-US" dirty="0"/>
              <a:t> for </a:t>
            </a:r>
            <a:r>
              <a:rPr lang="en-US" altLang="en-US" dirty="0">
                <a:solidFill>
                  <a:schemeClr val="tx2"/>
                </a:solidFill>
              </a:rPr>
              <a:t>arming</a:t>
            </a:r>
            <a:r>
              <a:rPr lang="en-US" altLang="en-US" dirty="0"/>
              <a:t> and </a:t>
            </a:r>
            <a:r>
              <a:rPr lang="en-US" altLang="en-US" dirty="0">
                <a:solidFill>
                  <a:schemeClr val="tx2"/>
                </a:solidFill>
              </a:rPr>
              <a:t>disarming</a:t>
            </a:r>
            <a:r>
              <a:rPr lang="en-US" altLang="en-US" dirty="0"/>
              <a:t> the system, and </a:t>
            </a:r>
            <a:r>
              <a:rPr lang="en-US" altLang="en-US" dirty="0">
                <a:solidFill>
                  <a:schemeClr val="tx2"/>
                </a:solidFill>
              </a:rPr>
              <a:t>telephone number(s)</a:t>
            </a:r>
            <a:r>
              <a:rPr lang="en-US" altLang="en-US" dirty="0"/>
              <a:t> are </a:t>
            </a:r>
            <a:r>
              <a:rPr lang="en-US" altLang="en-US" dirty="0">
                <a:solidFill>
                  <a:schemeClr val="tx2"/>
                </a:solidFill>
              </a:rPr>
              <a:t>input</a:t>
            </a:r>
            <a:r>
              <a:rPr lang="en-US" altLang="en-US" dirty="0"/>
              <a:t> for dialing when a </a:t>
            </a:r>
            <a:r>
              <a:rPr lang="en-US" altLang="en-US" dirty="0">
                <a:solidFill>
                  <a:schemeClr val="tx2"/>
                </a:solidFill>
              </a:rPr>
              <a:t>sensor event</a:t>
            </a:r>
            <a:r>
              <a:rPr lang="en-US" altLang="en-US" dirty="0"/>
              <a:t> occurs.</a:t>
            </a:r>
          </a:p>
          <a:p>
            <a:pPr algn="just">
              <a:lnSpc>
                <a:spcPct val="80000"/>
              </a:lnSpc>
              <a:spcAft>
                <a:spcPts val="600"/>
              </a:spcAft>
            </a:pPr>
            <a:r>
              <a:rPr lang="en-US" altLang="en-US" dirty="0"/>
              <a:t>When a sensor event is </a:t>
            </a:r>
            <a:r>
              <a:rPr lang="en-US" altLang="en-US" dirty="0">
                <a:solidFill>
                  <a:schemeClr val="tx2"/>
                </a:solidFill>
              </a:rPr>
              <a:t>recognized</a:t>
            </a:r>
            <a:r>
              <a:rPr lang="en-US" altLang="en-US" dirty="0"/>
              <a:t>, the software </a:t>
            </a:r>
            <a:r>
              <a:rPr lang="en-US" altLang="en-US" dirty="0">
                <a:solidFill>
                  <a:schemeClr val="tx2"/>
                </a:solidFill>
              </a:rPr>
              <a:t>invokes</a:t>
            </a:r>
            <a:r>
              <a:rPr lang="en-US" altLang="en-US" dirty="0"/>
              <a:t> an audible </a:t>
            </a:r>
            <a:r>
              <a:rPr lang="en-US" altLang="en-US" dirty="0">
                <a:solidFill>
                  <a:schemeClr val="tx2"/>
                </a:solidFill>
              </a:rPr>
              <a:t>alarm</a:t>
            </a:r>
            <a:r>
              <a:rPr lang="en-US" altLang="en-US" dirty="0"/>
              <a:t> attached to the system. After a </a:t>
            </a:r>
            <a:r>
              <a:rPr lang="en-US" altLang="en-US" dirty="0">
                <a:solidFill>
                  <a:schemeClr val="tx2"/>
                </a:solidFill>
              </a:rPr>
              <a:t>delay time</a:t>
            </a:r>
            <a:r>
              <a:rPr lang="en-US" altLang="en-US" dirty="0"/>
              <a:t> that is </a:t>
            </a:r>
            <a:r>
              <a:rPr lang="en-US" altLang="en-US" dirty="0">
                <a:solidFill>
                  <a:schemeClr val="tx2"/>
                </a:solidFill>
              </a:rPr>
              <a:t>specified</a:t>
            </a:r>
            <a:r>
              <a:rPr lang="en-US" altLang="en-US" dirty="0"/>
              <a:t> by the homeowner during system configuration activities, the software </a:t>
            </a:r>
            <a:r>
              <a:rPr lang="en-US" altLang="en-US" i="1" dirty="0"/>
              <a:t>dials</a:t>
            </a:r>
            <a:r>
              <a:rPr lang="en-US" altLang="en-US" dirty="0"/>
              <a:t> a telephone number of a </a:t>
            </a:r>
            <a:r>
              <a:rPr lang="en-US" altLang="en-US" dirty="0">
                <a:solidFill>
                  <a:schemeClr val="tx2"/>
                </a:solidFill>
              </a:rPr>
              <a:t>monitoring service</a:t>
            </a:r>
            <a:r>
              <a:rPr lang="en-US" altLang="en-US" dirty="0"/>
              <a:t>, </a:t>
            </a:r>
            <a:r>
              <a:rPr lang="en-US" altLang="en-US" dirty="0">
                <a:solidFill>
                  <a:schemeClr val="tx2"/>
                </a:solidFill>
              </a:rPr>
              <a:t>provides</a:t>
            </a:r>
            <a:r>
              <a:rPr lang="en-US" altLang="en-US" dirty="0"/>
              <a:t> information about the </a:t>
            </a:r>
            <a:r>
              <a:rPr lang="en-US" altLang="en-US" dirty="0">
                <a:solidFill>
                  <a:schemeClr val="tx2"/>
                </a:solidFill>
              </a:rPr>
              <a:t>location</a:t>
            </a:r>
            <a:r>
              <a:rPr lang="en-US" altLang="en-US" dirty="0"/>
              <a:t>, </a:t>
            </a:r>
            <a:r>
              <a:rPr lang="en-US" altLang="en-US" dirty="0">
                <a:solidFill>
                  <a:schemeClr val="tx2"/>
                </a:solidFill>
              </a:rPr>
              <a:t>reporting</a:t>
            </a:r>
            <a:r>
              <a:rPr lang="en-US" altLang="en-US" dirty="0"/>
              <a:t> the nature of the event that has been </a:t>
            </a:r>
            <a:r>
              <a:rPr lang="en-US" altLang="en-US" dirty="0">
                <a:solidFill>
                  <a:schemeClr val="tx2"/>
                </a:solidFill>
              </a:rPr>
              <a:t>detected</a:t>
            </a:r>
            <a:r>
              <a:rPr lang="en-US" altLang="en-US" dirty="0"/>
              <a:t>. The telephone number will be </a:t>
            </a:r>
            <a:r>
              <a:rPr lang="en-US" altLang="en-US" dirty="0">
                <a:solidFill>
                  <a:schemeClr val="tx2"/>
                </a:solidFill>
              </a:rPr>
              <a:t>redialed</a:t>
            </a:r>
            <a:r>
              <a:rPr lang="en-US" altLang="en-US" dirty="0"/>
              <a:t> every 20 seconds until a </a:t>
            </a:r>
            <a:r>
              <a:rPr lang="en-US" altLang="en-US" dirty="0">
                <a:solidFill>
                  <a:schemeClr val="tx2"/>
                </a:solidFill>
              </a:rPr>
              <a:t>telephone connection</a:t>
            </a:r>
            <a:r>
              <a:rPr lang="en-US" altLang="en-US" dirty="0"/>
              <a:t> is </a:t>
            </a:r>
            <a:r>
              <a:rPr lang="en-US" altLang="en-US" dirty="0">
                <a:solidFill>
                  <a:schemeClr val="tx2"/>
                </a:solidFill>
              </a:rPr>
              <a:t>obtained</a:t>
            </a:r>
            <a:r>
              <a:rPr lang="en-US" altLang="en-US" dirty="0"/>
              <a:t>.</a:t>
            </a:r>
          </a:p>
          <a:p>
            <a:pPr algn="just">
              <a:lnSpc>
                <a:spcPct val="80000"/>
              </a:lnSpc>
              <a:spcAft>
                <a:spcPts val="600"/>
              </a:spcAft>
            </a:pPr>
            <a:r>
              <a:rPr lang="en-US" altLang="en-US" dirty="0"/>
              <a:t>The homeowner </a:t>
            </a:r>
            <a:r>
              <a:rPr lang="en-US" altLang="en-US" dirty="0">
                <a:solidFill>
                  <a:schemeClr val="tx2"/>
                </a:solidFill>
              </a:rPr>
              <a:t>receives</a:t>
            </a:r>
            <a:r>
              <a:rPr lang="en-US" altLang="en-US" dirty="0"/>
              <a:t> </a:t>
            </a:r>
            <a:r>
              <a:rPr lang="en-US" altLang="en-US" dirty="0">
                <a:solidFill>
                  <a:schemeClr val="tx2"/>
                </a:solidFill>
              </a:rPr>
              <a:t>security information</a:t>
            </a:r>
            <a:r>
              <a:rPr lang="en-US" altLang="en-US" dirty="0"/>
              <a:t> via a control panel, the PC, or a browser, collectively called an </a:t>
            </a:r>
            <a:r>
              <a:rPr lang="en-US" altLang="en-US" dirty="0">
                <a:solidFill>
                  <a:schemeClr val="tx2"/>
                </a:solidFill>
              </a:rPr>
              <a:t>interface</a:t>
            </a:r>
            <a:r>
              <a:rPr lang="en-US" altLang="en-US" dirty="0"/>
              <a:t>. The interface </a:t>
            </a:r>
            <a:r>
              <a:rPr lang="en-US" altLang="en-US" dirty="0">
                <a:solidFill>
                  <a:schemeClr val="tx2"/>
                </a:solidFill>
              </a:rPr>
              <a:t>displays</a:t>
            </a:r>
            <a:r>
              <a:rPr lang="en-US" altLang="en-US" dirty="0"/>
              <a:t> prompting </a:t>
            </a:r>
            <a:r>
              <a:rPr lang="en-US" altLang="en-US" dirty="0">
                <a:solidFill>
                  <a:schemeClr val="tx2"/>
                </a:solidFill>
              </a:rPr>
              <a:t>messages</a:t>
            </a:r>
            <a:r>
              <a:rPr lang="en-US" altLang="en-US" dirty="0"/>
              <a:t> and system </a:t>
            </a:r>
            <a:r>
              <a:rPr lang="en-US" altLang="en-US" dirty="0">
                <a:solidFill>
                  <a:schemeClr val="tx2"/>
                </a:solidFill>
              </a:rPr>
              <a:t>status information</a:t>
            </a:r>
            <a:r>
              <a:rPr lang="en-US" altLang="en-US" dirty="0"/>
              <a:t> on the control panel, the PC, or the browser window.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ED64A5D-F825-26D2-614A-7392F3860265}"/>
              </a:ext>
            </a:extLst>
          </p:cNvPr>
          <p:cNvSpPr>
            <a:spLocks noGrp="1" noChangeArrowheads="1"/>
          </p:cNvSpPr>
          <p:nvPr>
            <p:ph type="title"/>
          </p:nvPr>
        </p:nvSpPr>
        <p:spPr>
          <a:xfrm>
            <a:off x="1524001" y="0"/>
            <a:ext cx="9134475" cy="1143000"/>
          </a:xfrm>
        </p:spPr>
        <p:txBody>
          <a:bodyPr/>
          <a:lstStyle/>
          <a:p>
            <a:r>
              <a:rPr lang="en-IE" altLang="en-US"/>
              <a:t>Context Diagram</a:t>
            </a:r>
          </a:p>
        </p:txBody>
      </p:sp>
      <p:sp>
        <p:nvSpPr>
          <p:cNvPr id="41987" name="Rectangle 3">
            <a:extLst>
              <a:ext uri="{FF2B5EF4-FFF2-40B4-BE49-F238E27FC236}">
                <a16:creationId xmlns:a16="http://schemas.microsoft.com/office/drawing/2014/main" id="{D60E1F4B-5276-ECCD-5917-593AE57A8ADF}"/>
              </a:ext>
            </a:extLst>
          </p:cNvPr>
          <p:cNvSpPr>
            <a:spLocks noGrp="1" noChangeArrowheads="1"/>
          </p:cNvSpPr>
          <p:nvPr>
            <p:ph type="body" idx="1"/>
          </p:nvPr>
        </p:nvSpPr>
        <p:spPr>
          <a:xfrm>
            <a:off x="1524000" y="1938338"/>
            <a:ext cx="9144000" cy="4114800"/>
          </a:xfrm>
        </p:spPr>
        <p:txBody>
          <a:bodyPr/>
          <a:lstStyle/>
          <a:p>
            <a:r>
              <a:rPr lang="en-IE" altLang="en-US" sz="2800"/>
              <a:t>Find the people who send data into the system</a:t>
            </a:r>
          </a:p>
          <a:p>
            <a:pPr lvl="1"/>
            <a:r>
              <a:rPr lang="en-IE" altLang="en-US" sz="2400"/>
              <a:t>Often data is part of a PHYSICAL transaction</a:t>
            </a:r>
          </a:p>
          <a:p>
            <a:pPr lvl="1"/>
            <a:r>
              <a:rPr lang="en-IE" altLang="en-US" sz="2400"/>
              <a:t>When handing a bar of chocolate to a shopkeeper, you are handing him/her a barcode.</a:t>
            </a:r>
          </a:p>
          <a:p>
            <a:r>
              <a:rPr lang="en-IE" altLang="en-US" sz="2800"/>
              <a:t>Find the people who get data out of the system.</a:t>
            </a:r>
          </a:p>
          <a:p>
            <a:pPr lvl="1"/>
            <a:r>
              <a:rPr lang="en-IE" altLang="en-US" sz="2400"/>
              <a:t>The only data you need is data that is transformed or sent completely out of the system – not data that is handled by an operator within the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DFD_Level_0">
            <a:extLst>
              <a:ext uri="{FF2B5EF4-FFF2-40B4-BE49-F238E27FC236}">
                <a16:creationId xmlns:a16="http://schemas.microsoft.com/office/drawing/2014/main" id="{83166B61-0B70-9F49-1479-A20C4311A3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725" y="1908313"/>
            <a:ext cx="6934200" cy="3989251"/>
          </a:xfrm>
          <a:prstGeom prst="rect">
            <a:avLst/>
          </a:prstGeom>
          <a:noFill/>
          <a:ln w="12700">
            <a:solidFill>
              <a:srgbClr val="000000"/>
            </a:solidFill>
            <a:miter lim="800000"/>
            <a:headEnd/>
            <a:tailEnd/>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43011" name="Rectangle 3">
            <a:extLst>
              <a:ext uri="{FF2B5EF4-FFF2-40B4-BE49-F238E27FC236}">
                <a16:creationId xmlns:a16="http://schemas.microsoft.com/office/drawing/2014/main" id="{E7A2940D-BA08-EE1C-AA47-EF7D35F00725}"/>
              </a:ext>
            </a:extLst>
          </p:cNvPr>
          <p:cNvSpPr>
            <a:spLocks noGrp="1" noChangeArrowheads="1"/>
          </p:cNvSpPr>
          <p:nvPr>
            <p:ph type="title"/>
          </p:nvPr>
        </p:nvSpPr>
        <p:spPr>
          <a:xfrm>
            <a:off x="2209800" y="152400"/>
            <a:ext cx="7772400" cy="1143000"/>
          </a:xfrm>
        </p:spPr>
        <p:txBody>
          <a:bodyPr/>
          <a:lstStyle/>
          <a:p>
            <a:pPr eaLnBrk="1" hangingPunct="1"/>
            <a:r>
              <a:rPr lang="en-US" altLang="en-US"/>
              <a:t>Data Flow Diagram</a:t>
            </a:r>
          </a:p>
        </p:txBody>
      </p:sp>
      <p:sp>
        <p:nvSpPr>
          <p:cNvPr id="43012" name="Rectangle 4">
            <a:extLst>
              <a:ext uri="{FF2B5EF4-FFF2-40B4-BE49-F238E27FC236}">
                <a16:creationId xmlns:a16="http://schemas.microsoft.com/office/drawing/2014/main" id="{C6D62DE8-D25B-45D7-0490-FE30110EE761}"/>
              </a:ext>
            </a:extLst>
          </p:cNvPr>
          <p:cNvSpPr>
            <a:spLocks noChangeArrowheads="1"/>
          </p:cNvSpPr>
          <p:nvPr/>
        </p:nvSpPr>
        <p:spPr bwMode="blackWhite">
          <a:xfrm>
            <a:off x="2778125" y="6172200"/>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solidFill>
                  <a:schemeClr val="tx2"/>
                </a:solidFill>
              </a:rPr>
              <a:t>Context-level DFD for </a:t>
            </a:r>
            <a:r>
              <a:rPr lang="en-US" altLang="en-US" sz="2400" i="1">
                <a:solidFill>
                  <a:schemeClr val="tx2"/>
                </a:solidFill>
              </a:rPr>
              <a:t>SafeHome</a:t>
            </a:r>
            <a:r>
              <a:rPr lang="en-US" altLang="en-US" sz="2400">
                <a:solidFill>
                  <a:schemeClr val="tx2"/>
                </a:solidFill>
              </a:rPr>
              <a:t> security function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C6EA337-2117-B980-B581-EFF10C7447D3}"/>
              </a:ext>
            </a:extLst>
          </p:cNvPr>
          <p:cNvSpPr>
            <a:spLocks noGrp="1" noChangeArrowheads="1"/>
          </p:cNvSpPr>
          <p:nvPr>
            <p:ph type="title"/>
          </p:nvPr>
        </p:nvSpPr>
        <p:spPr>
          <a:xfrm>
            <a:off x="2209800" y="76200"/>
            <a:ext cx="7772400" cy="1143000"/>
          </a:xfrm>
        </p:spPr>
        <p:txBody>
          <a:bodyPr/>
          <a:lstStyle/>
          <a:p>
            <a:pPr eaLnBrk="1" hangingPunct="1"/>
            <a:r>
              <a:rPr lang="en-US" altLang="en-US" dirty="0"/>
              <a:t>Identifying operations</a:t>
            </a:r>
          </a:p>
        </p:txBody>
      </p:sp>
      <p:sp>
        <p:nvSpPr>
          <p:cNvPr id="45059" name="Rectangle 3">
            <a:extLst>
              <a:ext uri="{FF2B5EF4-FFF2-40B4-BE49-F238E27FC236}">
                <a16:creationId xmlns:a16="http://schemas.microsoft.com/office/drawing/2014/main" id="{E730D6D1-D7BF-A5EE-2ECC-ED2D1A1E67FF}"/>
              </a:ext>
            </a:extLst>
          </p:cNvPr>
          <p:cNvSpPr>
            <a:spLocks noGrp="1" noChangeArrowheads="1"/>
          </p:cNvSpPr>
          <p:nvPr>
            <p:ph type="body" idx="1"/>
          </p:nvPr>
        </p:nvSpPr>
        <p:spPr>
          <a:xfrm>
            <a:off x="1302025" y="1911626"/>
            <a:ext cx="9700591" cy="4800600"/>
          </a:xfrm>
        </p:spPr>
        <p:txBody>
          <a:bodyPr>
            <a:normAutofit lnSpcReduction="10000"/>
          </a:bodyPr>
          <a:lstStyle/>
          <a:p>
            <a:pPr algn="just">
              <a:lnSpc>
                <a:spcPct val="80000"/>
              </a:lnSpc>
              <a:spcAft>
                <a:spcPts val="600"/>
              </a:spcAft>
            </a:pPr>
            <a:r>
              <a:rPr lang="en-US" altLang="en-US" dirty="0"/>
              <a:t>The </a:t>
            </a:r>
            <a:r>
              <a:rPr lang="en-US" altLang="en-US" i="1" dirty="0" err="1">
                <a:solidFill>
                  <a:schemeClr val="tx2"/>
                </a:solidFill>
              </a:rPr>
              <a:t>SafeHome</a:t>
            </a:r>
            <a:r>
              <a:rPr lang="en-US" altLang="en-US" dirty="0">
                <a:solidFill>
                  <a:schemeClr val="tx2"/>
                </a:solidFill>
              </a:rPr>
              <a:t> security function</a:t>
            </a:r>
            <a:r>
              <a:rPr lang="en-US" altLang="en-US" dirty="0"/>
              <a:t> </a:t>
            </a:r>
            <a:r>
              <a:rPr lang="en-US" altLang="en-US" dirty="0">
                <a:solidFill>
                  <a:schemeClr val="tx2"/>
                </a:solidFill>
              </a:rPr>
              <a:t>enables</a:t>
            </a:r>
            <a:r>
              <a:rPr lang="en-US" altLang="en-US" dirty="0"/>
              <a:t> the </a:t>
            </a:r>
            <a:r>
              <a:rPr lang="en-US" altLang="en-US" dirty="0">
                <a:solidFill>
                  <a:schemeClr val="tx2"/>
                </a:solidFill>
              </a:rPr>
              <a:t>homeowner</a:t>
            </a:r>
            <a:r>
              <a:rPr lang="en-US" altLang="en-US" dirty="0"/>
              <a:t> to </a:t>
            </a:r>
            <a:r>
              <a:rPr lang="en-US" altLang="en-US" dirty="0">
                <a:solidFill>
                  <a:schemeClr val="tx2"/>
                </a:solidFill>
              </a:rPr>
              <a:t>configure</a:t>
            </a:r>
            <a:r>
              <a:rPr lang="en-US" altLang="en-US" dirty="0"/>
              <a:t> the </a:t>
            </a:r>
            <a:r>
              <a:rPr lang="en-US" altLang="en-US" dirty="0">
                <a:solidFill>
                  <a:schemeClr val="tx2"/>
                </a:solidFill>
              </a:rPr>
              <a:t>security system</a:t>
            </a:r>
            <a:r>
              <a:rPr lang="en-US" altLang="en-US" dirty="0"/>
              <a:t> when it is </a:t>
            </a:r>
            <a:r>
              <a:rPr lang="en-US" altLang="en-US" dirty="0">
                <a:solidFill>
                  <a:schemeClr val="tx2"/>
                </a:solidFill>
              </a:rPr>
              <a:t>installed</a:t>
            </a:r>
            <a:r>
              <a:rPr lang="en-US" altLang="en-US" dirty="0"/>
              <a:t>, </a:t>
            </a:r>
            <a:r>
              <a:rPr lang="en-US" altLang="en-US" dirty="0">
                <a:solidFill>
                  <a:schemeClr val="tx2"/>
                </a:solidFill>
              </a:rPr>
              <a:t>monitors</a:t>
            </a:r>
            <a:r>
              <a:rPr lang="en-US" altLang="en-US" dirty="0"/>
              <a:t> all </a:t>
            </a:r>
            <a:r>
              <a:rPr lang="en-US" altLang="en-US" dirty="0">
                <a:solidFill>
                  <a:schemeClr val="tx2"/>
                </a:solidFill>
              </a:rPr>
              <a:t>sensors</a:t>
            </a:r>
            <a:r>
              <a:rPr lang="en-US" altLang="en-US" dirty="0"/>
              <a:t> </a:t>
            </a:r>
            <a:r>
              <a:rPr lang="en-US" altLang="en-US" dirty="0">
                <a:solidFill>
                  <a:schemeClr val="tx2"/>
                </a:solidFill>
              </a:rPr>
              <a:t>connected</a:t>
            </a:r>
            <a:r>
              <a:rPr lang="en-US" altLang="en-US" dirty="0"/>
              <a:t> to the security system, and </a:t>
            </a:r>
            <a:r>
              <a:rPr lang="en-US" altLang="en-US" dirty="0">
                <a:solidFill>
                  <a:schemeClr val="tx2"/>
                </a:solidFill>
              </a:rPr>
              <a:t>interacts</a:t>
            </a:r>
            <a:r>
              <a:rPr lang="en-US" altLang="en-US" dirty="0"/>
              <a:t> with the homeowner through the </a:t>
            </a:r>
            <a:r>
              <a:rPr lang="en-US" altLang="en-US" dirty="0">
                <a:solidFill>
                  <a:schemeClr val="tx2"/>
                </a:solidFill>
              </a:rPr>
              <a:t>Internet</a:t>
            </a:r>
            <a:r>
              <a:rPr lang="en-US" altLang="en-US" dirty="0"/>
              <a:t>, a </a:t>
            </a:r>
            <a:r>
              <a:rPr lang="en-US" altLang="en-US" dirty="0">
                <a:solidFill>
                  <a:schemeClr val="tx2"/>
                </a:solidFill>
              </a:rPr>
              <a:t>PC</a:t>
            </a:r>
            <a:r>
              <a:rPr lang="en-US" altLang="en-US" dirty="0"/>
              <a:t>, or a </a:t>
            </a:r>
            <a:r>
              <a:rPr lang="en-US" altLang="en-US" dirty="0">
                <a:solidFill>
                  <a:schemeClr val="tx2"/>
                </a:solidFill>
              </a:rPr>
              <a:t>control panel</a:t>
            </a:r>
            <a:r>
              <a:rPr lang="en-US" altLang="en-US" dirty="0"/>
              <a:t>.</a:t>
            </a:r>
          </a:p>
          <a:p>
            <a:pPr algn="just">
              <a:lnSpc>
                <a:spcPct val="80000"/>
              </a:lnSpc>
              <a:spcAft>
                <a:spcPts val="600"/>
              </a:spcAft>
            </a:pPr>
            <a:r>
              <a:rPr lang="en-US" altLang="en-US" dirty="0"/>
              <a:t>During </a:t>
            </a:r>
            <a:r>
              <a:rPr lang="en-US" altLang="en-US" dirty="0">
                <a:solidFill>
                  <a:schemeClr val="tx2"/>
                </a:solidFill>
              </a:rPr>
              <a:t>installation</a:t>
            </a:r>
            <a:r>
              <a:rPr lang="en-US" altLang="en-US" dirty="0"/>
              <a:t>, the </a:t>
            </a:r>
            <a:r>
              <a:rPr lang="en-US" altLang="en-US" i="1" dirty="0" err="1"/>
              <a:t>SafeHome</a:t>
            </a:r>
            <a:r>
              <a:rPr lang="en-US" altLang="en-US" dirty="0"/>
              <a:t> PC is used to </a:t>
            </a:r>
            <a:r>
              <a:rPr lang="en-US" altLang="en-US" dirty="0">
                <a:solidFill>
                  <a:schemeClr val="tx2"/>
                </a:solidFill>
              </a:rPr>
              <a:t>program</a:t>
            </a:r>
            <a:r>
              <a:rPr lang="en-US" altLang="en-US" dirty="0"/>
              <a:t> and </a:t>
            </a:r>
            <a:r>
              <a:rPr lang="en-US" altLang="en-US" dirty="0">
                <a:solidFill>
                  <a:schemeClr val="tx2"/>
                </a:solidFill>
              </a:rPr>
              <a:t>configure</a:t>
            </a:r>
            <a:r>
              <a:rPr lang="en-US" altLang="en-US" dirty="0"/>
              <a:t> the system. Each sensor is </a:t>
            </a:r>
            <a:r>
              <a:rPr lang="en-US" altLang="en-US" dirty="0">
                <a:solidFill>
                  <a:schemeClr val="tx2"/>
                </a:solidFill>
              </a:rPr>
              <a:t>assigned</a:t>
            </a:r>
            <a:r>
              <a:rPr lang="en-US" altLang="en-US" dirty="0"/>
              <a:t> a </a:t>
            </a:r>
            <a:r>
              <a:rPr lang="en-US" altLang="en-US" dirty="0">
                <a:solidFill>
                  <a:schemeClr val="tx2"/>
                </a:solidFill>
              </a:rPr>
              <a:t>number</a:t>
            </a:r>
            <a:r>
              <a:rPr lang="en-US" altLang="en-US" dirty="0"/>
              <a:t> and </a:t>
            </a:r>
            <a:r>
              <a:rPr lang="en-US" altLang="en-US" dirty="0">
                <a:solidFill>
                  <a:schemeClr val="tx2"/>
                </a:solidFill>
              </a:rPr>
              <a:t>type</a:t>
            </a:r>
            <a:r>
              <a:rPr lang="en-US" altLang="en-US" dirty="0"/>
              <a:t>, a </a:t>
            </a:r>
            <a:r>
              <a:rPr lang="en-US" altLang="en-US" dirty="0">
                <a:solidFill>
                  <a:schemeClr val="tx2"/>
                </a:solidFill>
              </a:rPr>
              <a:t>master password</a:t>
            </a:r>
            <a:r>
              <a:rPr lang="en-US" altLang="en-US" dirty="0"/>
              <a:t> is </a:t>
            </a:r>
            <a:r>
              <a:rPr lang="en-US" altLang="en-US" dirty="0">
                <a:solidFill>
                  <a:schemeClr val="tx2"/>
                </a:solidFill>
              </a:rPr>
              <a:t>programmed</a:t>
            </a:r>
            <a:r>
              <a:rPr lang="en-US" altLang="en-US" dirty="0"/>
              <a:t> for </a:t>
            </a:r>
            <a:r>
              <a:rPr lang="en-US" altLang="en-US" dirty="0">
                <a:solidFill>
                  <a:schemeClr val="tx2"/>
                </a:solidFill>
              </a:rPr>
              <a:t>arming</a:t>
            </a:r>
            <a:r>
              <a:rPr lang="en-US" altLang="en-US" dirty="0"/>
              <a:t> and </a:t>
            </a:r>
            <a:r>
              <a:rPr lang="en-US" altLang="en-US" dirty="0">
                <a:solidFill>
                  <a:schemeClr val="tx2"/>
                </a:solidFill>
              </a:rPr>
              <a:t>disarming</a:t>
            </a:r>
            <a:r>
              <a:rPr lang="en-US" altLang="en-US" dirty="0"/>
              <a:t> the system, and </a:t>
            </a:r>
            <a:r>
              <a:rPr lang="en-US" altLang="en-US" dirty="0">
                <a:solidFill>
                  <a:schemeClr val="tx2"/>
                </a:solidFill>
              </a:rPr>
              <a:t>telephone number(s)</a:t>
            </a:r>
            <a:r>
              <a:rPr lang="en-US" altLang="en-US" dirty="0"/>
              <a:t> are </a:t>
            </a:r>
            <a:r>
              <a:rPr lang="en-US" altLang="en-US" dirty="0">
                <a:solidFill>
                  <a:schemeClr val="tx2"/>
                </a:solidFill>
              </a:rPr>
              <a:t>input</a:t>
            </a:r>
            <a:r>
              <a:rPr lang="en-US" altLang="en-US" dirty="0"/>
              <a:t> for dialing when a </a:t>
            </a:r>
            <a:r>
              <a:rPr lang="en-US" altLang="en-US" dirty="0">
                <a:solidFill>
                  <a:schemeClr val="tx2"/>
                </a:solidFill>
              </a:rPr>
              <a:t>sensor event</a:t>
            </a:r>
            <a:r>
              <a:rPr lang="en-US" altLang="en-US" dirty="0"/>
              <a:t> occurs.</a:t>
            </a:r>
          </a:p>
          <a:p>
            <a:pPr algn="just">
              <a:lnSpc>
                <a:spcPct val="80000"/>
              </a:lnSpc>
              <a:spcAft>
                <a:spcPts val="600"/>
              </a:spcAft>
            </a:pPr>
            <a:r>
              <a:rPr lang="en-US" altLang="en-US" dirty="0"/>
              <a:t>When a sensor event is </a:t>
            </a:r>
            <a:r>
              <a:rPr lang="en-US" altLang="en-US" dirty="0">
                <a:solidFill>
                  <a:schemeClr val="tx2"/>
                </a:solidFill>
              </a:rPr>
              <a:t>recognized</a:t>
            </a:r>
            <a:r>
              <a:rPr lang="en-US" altLang="en-US" dirty="0"/>
              <a:t>, the software </a:t>
            </a:r>
            <a:r>
              <a:rPr lang="en-US" altLang="en-US" dirty="0">
                <a:solidFill>
                  <a:schemeClr val="tx2"/>
                </a:solidFill>
              </a:rPr>
              <a:t>invokes</a:t>
            </a:r>
            <a:r>
              <a:rPr lang="en-US" altLang="en-US" dirty="0"/>
              <a:t> an audible </a:t>
            </a:r>
            <a:r>
              <a:rPr lang="en-US" altLang="en-US" dirty="0">
                <a:solidFill>
                  <a:schemeClr val="tx2"/>
                </a:solidFill>
              </a:rPr>
              <a:t>alarm</a:t>
            </a:r>
            <a:r>
              <a:rPr lang="en-US" altLang="en-US" dirty="0"/>
              <a:t> attached to the system. After a </a:t>
            </a:r>
            <a:r>
              <a:rPr lang="en-US" altLang="en-US" dirty="0">
                <a:solidFill>
                  <a:schemeClr val="tx2"/>
                </a:solidFill>
              </a:rPr>
              <a:t>delay time</a:t>
            </a:r>
            <a:r>
              <a:rPr lang="en-US" altLang="en-US" dirty="0"/>
              <a:t> that is </a:t>
            </a:r>
            <a:r>
              <a:rPr lang="en-US" altLang="en-US" dirty="0">
                <a:solidFill>
                  <a:schemeClr val="tx2"/>
                </a:solidFill>
              </a:rPr>
              <a:t>specified</a:t>
            </a:r>
            <a:r>
              <a:rPr lang="en-US" altLang="en-US" dirty="0"/>
              <a:t> by the homeowner during system configuration activities, the software </a:t>
            </a:r>
            <a:r>
              <a:rPr lang="en-US" altLang="en-US" i="1" dirty="0"/>
              <a:t>dials</a:t>
            </a:r>
            <a:r>
              <a:rPr lang="en-US" altLang="en-US" dirty="0"/>
              <a:t> a telephone number of a </a:t>
            </a:r>
            <a:r>
              <a:rPr lang="en-US" altLang="en-US" dirty="0">
                <a:solidFill>
                  <a:schemeClr val="tx2"/>
                </a:solidFill>
              </a:rPr>
              <a:t>monitoring service</a:t>
            </a:r>
            <a:r>
              <a:rPr lang="en-US" altLang="en-US" dirty="0"/>
              <a:t>, </a:t>
            </a:r>
            <a:r>
              <a:rPr lang="en-US" altLang="en-US" dirty="0">
                <a:solidFill>
                  <a:schemeClr val="tx2"/>
                </a:solidFill>
              </a:rPr>
              <a:t>provides</a:t>
            </a:r>
            <a:r>
              <a:rPr lang="en-US" altLang="en-US" dirty="0"/>
              <a:t> information about the </a:t>
            </a:r>
            <a:r>
              <a:rPr lang="en-US" altLang="en-US" dirty="0">
                <a:solidFill>
                  <a:schemeClr val="tx2"/>
                </a:solidFill>
              </a:rPr>
              <a:t>location</a:t>
            </a:r>
            <a:r>
              <a:rPr lang="en-US" altLang="en-US" dirty="0"/>
              <a:t>, </a:t>
            </a:r>
            <a:r>
              <a:rPr lang="en-US" altLang="en-US" dirty="0">
                <a:solidFill>
                  <a:schemeClr val="tx2"/>
                </a:solidFill>
              </a:rPr>
              <a:t>reporting</a:t>
            </a:r>
            <a:r>
              <a:rPr lang="en-US" altLang="en-US" dirty="0"/>
              <a:t> the nature of the event that has been </a:t>
            </a:r>
            <a:r>
              <a:rPr lang="en-US" altLang="en-US" dirty="0">
                <a:solidFill>
                  <a:schemeClr val="tx2"/>
                </a:solidFill>
              </a:rPr>
              <a:t>detected</a:t>
            </a:r>
            <a:r>
              <a:rPr lang="en-US" altLang="en-US" dirty="0"/>
              <a:t>. The telephone number will be </a:t>
            </a:r>
            <a:r>
              <a:rPr lang="en-US" altLang="en-US" dirty="0">
                <a:solidFill>
                  <a:schemeClr val="tx2"/>
                </a:solidFill>
              </a:rPr>
              <a:t>redialed</a:t>
            </a:r>
            <a:r>
              <a:rPr lang="en-US" altLang="en-US" dirty="0"/>
              <a:t> every 20 seconds until a </a:t>
            </a:r>
            <a:r>
              <a:rPr lang="en-US" altLang="en-US" dirty="0">
                <a:solidFill>
                  <a:schemeClr val="tx2"/>
                </a:solidFill>
              </a:rPr>
              <a:t>telephone connection</a:t>
            </a:r>
            <a:r>
              <a:rPr lang="en-US" altLang="en-US" dirty="0"/>
              <a:t> is </a:t>
            </a:r>
            <a:r>
              <a:rPr lang="en-US" altLang="en-US" dirty="0">
                <a:solidFill>
                  <a:schemeClr val="tx2"/>
                </a:solidFill>
              </a:rPr>
              <a:t>obtained</a:t>
            </a:r>
            <a:r>
              <a:rPr lang="en-US" altLang="en-US" dirty="0"/>
              <a:t>.</a:t>
            </a:r>
          </a:p>
          <a:p>
            <a:pPr algn="just">
              <a:lnSpc>
                <a:spcPct val="80000"/>
              </a:lnSpc>
              <a:spcAft>
                <a:spcPts val="600"/>
              </a:spcAft>
            </a:pPr>
            <a:r>
              <a:rPr lang="en-US" altLang="en-US" dirty="0"/>
              <a:t>The homeowner </a:t>
            </a:r>
            <a:r>
              <a:rPr lang="en-US" altLang="en-US" dirty="0">
                <a:solidFill>
                  <a:schemeClr val="tx2"/>
                </a:solidFill>
              </a:rPr>
              <a:t>receives</a:t>
            </a:r>
            <a:r>
              <a:rPr lang="en-US" altLang="en-US" dirty="0"/>
              <a:t> </a:t>
            </a:r>
            <a:r>
              <a:rPr lang="en-US" altLang="en-US" dirty="0">
                <a:solidFill>
                  <a:schemeClr val="tx2"/>
                </a:solidFill>
              </a:rPr>
              <a:t>security information</a:t>
            </a:r>
            <a:r>
              <a:rPr lang="en-US" altLang="en-US" dirty="0"/>
              <a:t> via a control panel, the PC, or a browser, collectively called an </a:t>
            </a:r>
            <a:r>
              <a:rPr lang="en-US" altLang="en-US" dirty="0">
                <a:solidFill>
                  <a:schemeClr val="tx2"/>
                </a:solidFill>
              </a:rPr>
              <a:t>interface</a:t>
            </a:r>
            <a:r>
              <a:rPr lang="en-US" altLang="en-US" dirty="0"/>
              <a:t>. The interface </a:t>
            </a:r>
            <a:r>
              <a:rPr lang="en-US" altLang="en-US" dirty="0">
                <a:solidFill>
                  <a:schemeClr val="tx2"/>
                </a:solidFill>
              </a:rPr>
              <a:t>displays</a:t>
            </a:r>
            <a:r>
              <a:rPr lang="en-US" altLang="en-US" dirty="0"/>
              <a:t> prompting </a:t>
            </a:r>
            <a:r>
              <a:rPr lang="en-US" altLang="en-US" dirty="0">
                <a:solidFill>
                  <a:schemeClr val="tx2"/>
                </a:solidFill>
              </a:rPr>
              <a:t>messages</a:t>
            </a:r>
            <a:r>
              <a:rPr lang="en-US" altLang="en-US" dirty="0"/>
              <a:t> and system </a:t>
            </a:r>
            <a:r>
              <a:rPr lang="en-US" altLang="en-US" dirty="0">
                <a:solidFill>
                  <a:schemeClr val="tx2"/>
                </a:solidFill>
              </a:rPr>
              <a:t>status information</a:t>
            </a:r>
            <a:r>
              <a:rPr lang="en-US" altLang="en-US" dirty="0"/>
              <a:t> on the control panel, the PC, or the browser window. Homeowner interaction takes the following form…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A9A214B-DFDB-0657-EF8B-43D0795A4180}"/>
              </a:ext>
            </a:extLst>
          </p:cNvPr>
          <p:cNvSpPr>
            <a:spLocks noGrp="1" noChangeArrowheads="1"/>
          </p:cNvSpPr>
          <p:nvPr>
            <p:ph type="title"/>
          </p:nvPr>
        </p:nvSpPr>
        <p:spPr>
          <a:xfrm>
            <a:off x="2209800" y="76200"/>
            <a:ext cx="7772400" cy="1143000"/>
          </a:xfrm>
        </p:spPr>
        <p:txBody>
          <a:bodyPr/>
          <a:lstStyle/>
          <a:p>
            <a:pPr eaLnBrk="1" hangingPunct="1"/>
            <a:r>
              <a:rPr lang="en-US" altLang="en-US"/>
              <a:t>Verbs from the description</a:t>
            </a:r>
          </a:p>
        </p:txBody>
      </p:sp>
      <p:sp>
        <p:nvSpPr>
          <p:cNvPr id="47107" name="Rectangle 3">
            <a:extLst>
              <a:ext uri="{FF2B5EF4-FFF2-40B4-BE49-F238E27FC236}">
                <a16:creationId xmlns:a16="http://schemas.microsoft.com/office/drawing/2014/main" id="{BFA087F1-AF46-334B-2311-A1B1FB5BD998}"/>
              </a:ext>
            </a:extLst>
          </p:cNvPr>
          <p:cNvSpPr>
            <a:spLocks noGrp="1" noChangeArrowheads="1"/>
          </p:cNvSpPr>
          <p:nvPr>
            <p:ph type="body" idx="1"/>
          </p:nvPr>
        </p:nvSpPr>
        <p:spPr>
          <a:xfrm>
            <a:off x="1282148" y="1981200"/>
            <a:ext cx="9740348" cy="4800600"/>
          </a:xfrm>
        </p:spPr>
        <p:txBody>
          <a:bodyPr>
            <a:normAutofit lnSpcReduction="10000"/>
          </a:bodyPr>
          <a:lstStyle/>
          <a:p>
            <a:pPr algn="just">
              <a:lnSpc>
                <a:spcPct val="80000"/>
              </a:lnSpc>
              <a:spcAft>
                <a:spcPts val="600"/>
              </a:spcAft>
            </a:pPr>
            <a:r>
              <a:rPr lang="en-US" altLang="en-US" dirty="0"/>
              <a:t>The </a:t>
            </a:r>
            <a:r>
              <a:rPr lang="en-US" altLang="en-US" i="1" dirty="0" err="1">
                <a:solidFill>
                  <a:schemeClr val="tx2"/>
                </a:solidFill>
              </a:rPr>
              <a:t>SafeHome</a:t>
            </a:r>
            <a:r>
              <a:rPr lang="en-US" altLang="en-US" dirty="0">
                <a:solidFill>
                  <a:schemeClr val="tx2"/>
                </a:solidFill>
              </a:rPr>
              <a:t> security function</a:t>
            </a:r>
            <a:r>
              <a:rPr lang="en-US" altLang="en-US" dirty="0"/>
              <a:t> </a:t>
            </a:r>
            <a:r>
              <a:rPr lang="en-US" altLang="en-US" u="sng" dirty="0">
                <a:solidFill>
                  <a:schemeClr val="tx2"/>
                </a:solidFill>
              </a:rPr>
              <a:t>enables</a:t>
            </a:r>
            <a:r>
              <a:rPr lang="en-US" altLang="en-US" dirty="0"/>
              <a:t> the </a:t>
            </a:r>
            <a:r>
              <a:rPr lang="en-US" altLang="en-US" dirty="0">
                <a:solidFill>
                  <a:schemeClr val="tx2"/>
                </a:solidFill>
              </a:rPr>
              <a:t>homeowner</a:t>
            </a:r>
            <a:r>
              <a:rPr lang="en-US" altLang="en-US" dirty="0"/>
              <a:t> to </a:t>
            </a:r>
            <a:r>
              <a:rPr lang="en-US" altLang="en-US" u="sng" dirty="0">
                <a:solidFill>
                  <a:schemeClr val="tx2"/>
                </a:solidFill>
              </a:rPr>
              <a:t>configure</a:t>
            </a:r>
            <a:r>
              <a:rPr lang="en-US" altLang="en-US" dirty="0"/>
              <a:t> the </a:t>
            </a:r>
            <a:r>
              <a:rPr lang="en-US" altLang="en-US" dirty="0">
                <a:solidFill>
                  <a:schemeClr val="tx2"/>
                </a:solidFill>
              </a:rPr>
              <a:t>security system</a:t>
            </a:r>
            <a:r>
              <a:rPr lang="en-US" altLang="en-US" dirty="0"/>
              <a:t> when it is </a:t>
            </a:r>
            <a:r>
              <a:rPr lang="en-US" altLang="en-US" u="sng" dirty="0">
                <a:solidFill>
                  <a:schemeClr val="tx2"/>
                </a:solidFill>
              </a:rPr>
              <a:t>installed</a:t>
            </a:r>
            <a:r>
              <a:rPr lang="en-US" altLang="en-US" dirty="0"/>
              <a:t>, </a:t>
            </a:r>
            <a:r>
              <a:rPr lang="en-US" altLang="en-US" u="sng" dirty="0">
                <a:solidFill>
                  <a:schemeClr val="tx2"/>
                </a:solidFill>
              </a:rPr>
              <a:t>monitors</a:t>
            </a:r>
            <a:r>
              <a:rPr lang="en-US" altLang="en-US" dirty="0"/>
              <a:t> all </a:t>
            </a:r>
            <a:r>
              <a:rPr lang="en-US" altLang="en-US" dirty="0">
                <a:solidFill>
                  <a:schemeClr val="tx2"/>
                </a:solidFill>
              </a:rPr>
              <a:t>sensors</a:t>
            </a:r>
            <a:r>
              <a:rPr lang="en-US" altLang="en-US" dirty="0"/>
              <a:t> </a:t>
            </a:r>
            <a:r>
              <a:rPr lang="en-US" altLang="en-US" u="sng" dirty="0">
                <a:solidFill>
                  <a:schemeClr val="tx2"/>
                </a:solidFill>
              </a:rPr>
              <a:t>connected</a:t>
            </a:r>
            <a:r>
              <a:rPr lang="en-US" altLang="en-US" dirty="0"/>
              <a:t> to the security system, and </a:t>
            </a:r>
            <a:r>
              <a:rPr lang="en-US" altLang="en-US" u="sng" dirty="0">
                <a:solidFill>
                  <a:schemeClr val="tx2"/>
                </a:solidFill>
              </a:rPr>
              <a:t>interacts</a:t>
            </a:r>
            <a:r>
              <a:rPr lang="en-US" altLang="en-US" dirty="0"/>
              <a:t> with the homeowner through the </a:t>
            </a:r>
            <a:r>
              <a:rPr lang="en-US" altLang="en-US" dirty="0">
                <a:solidFill>
                  <a:schemeClr val="tx2"/>
                </a:solidFill>
              </a:rPr>
              <a:t>Internet</a:t>
            </a:r>
            <a:r>
              <a:rPr lang="en-US" altLang="en-US" dirty="0"/>
              <a:t>, a </a:t>
            </a:r>
            <a:r>
              <a:rPr lang="en-US" altLang="en-US" dirty="0">
                <a:solidFill>
                  <a:schemeClr val="tx2"/>
                </a:solidFill>
              </a:rPr>
              <a:t>PC</a:t>
            </a:r>
            <a:r>
              <a:rPr lang="en-US" altLang="en-US" dirty="0"/>
              <a:t>, or a </a:t>
            </a:r>
            <a:r>
              <a:rPr lang="en-US" altLang="en-US" dirty="0">
                <a:solidFill>
                  <a:schemeClr val="tx2"/>
                </a:solidFill>
              </a:rPr>
              <a:t>control panel</a:t>
            </a:r>
            <a:r>
              <a:rPr lang="en-US" altLang="en-US" dirty="0"/>
              <a:t>.</a:t>
            </a:r>
          </a:p>
          <a:p>
            <a:pPr algn="just">
              <a:lnSpc>
                <a:spcPct val="80000"/>
              </a:lnSpc>
              <a:spcAft>
                <a:spcPts val="600"/>
              </a:spcAft>
            </a:pPr>
            <a:r>
              <a:rPr lang="en-US" altLang="en-US" dirty="0"/>
              <a:t>During </a:t>
            </a:r>
            <a:r>
              <a:rPr lang="en-US" altLang="en-US" dirty="0">
                <a:solidFill>
                  <a:schemeClr val="tx2"/>
                </a:solidFill>
              </a:rPr>
              <a:t>installation</a:t>
            </a:r>
            <a:r>
              <a:rPr lang="en-US" altLang="en-US" dirty="0"/>
              <a:t>, the </a:t>
            </a:r>
            <a:r>
              <a:rPr lang="en-US" altLang="en-US" i="1" dirty="0" err="1"/>
              <a:t>SafeHome</a:t>
            </a:r>
            <a:r>
              <a:rPr lang="en-US" altLang="en-US" dirty="0"/>
              <a:t> PC is used to </a:t>
            </a:r>
            <a:r>
              <a:rPr lang="en-US" altLang="en-US" u="sng" dirty="0">
                <a:solidFill>
                  <a:schemeClr val="tx2"/>
                </a:solidFill>
              </a:rPr>
              <a:t>program</a:t>
            </a:r>
            <a:r>
              <a:rPr lang="en-US" altLang="en-US" dirty="0"/>
              <a:t> and </a:t>
            </a:r>
            <a:r>
              <a:rPr lang="en-US" altLang="en-US" u="sng" dirty="0">
                <a:solidFill>
                  <a:schemeClr val="tx2"/>
                </a:solidFill>
              </a:rPr>
              <a:t>configure</a:t>
            </a:r>
            <a:r>
              <a:rPr lang="en-US" altLang="en-US" dirty="0"/>
              <a:t> the system. Each sensor is </a:t>
            </a:r>
            <a:r>
              <a:rPr lang="en-US" altLang="en-US" u="sng" dirty="0">
                <a:solidFill>
                  <a:schemeClr val="tx2"/>
                </a:solidFill>
              </a:rPr>
              <a:t>assigned</a:t>
            </a:r>
            <a:r>
              <a:rPr lang="en-US" altLang="en-US" dirty="0"/>
              <a:t> a </a:t>
            </a:r>
            <a:r>
              <a:rPr lang="en-US" altLang="en-US" dirty="0">
                <a:solidFill>
                  <a:schemeClr val="tx2"/>
                </a:solidFill>
              </a:rPr>
              <a:t>number</a:t>
            </a:r>
            <a:r>
              <a:rPr lang="en-US" altLang="en-US" dirty="0"/>
              <a:t> and </a:t>
            </a:r>
            <a:r>
              <a:rPr lang="en-US" altLang="en-US" dirty="0">
                <a:solidFill>
                  <a:schemeClr val="tx2"/>
                </a:solidFill>
              </a:rPr>
              <a:t>type</a:t>
            </a:r>
            <a:r>
              <a:rPr lang="en-US" altLang="en-US" dirty="0"/>
              <a:t>, a </a:t>
            </a:r>
            <a:r>
              <a:rPr lang="en-US" altLang="en-US" dirty="0">
                <a:solidFill>
                  <a:schemeClr val="tx2"/>
                </a:solidFill>
              </a:rPr>
              <a:t>master password</a:t>
            </a:r>
            <a:r>
              <a:rPr lang="en-US" altLang="en-US" dirty="0"/>
              <a:t> is </a:t>
            </a:r>
            <a:r>
              <a:rPr lang="en-US" altLang="en-US" u="sng" dirty="0">
                <a:solidFill>
                  <a:schemeClr val="tx2"/>
                </a:solidFill>
              </a:rPr>
              <a:t>programmed</a:t>
            </a:r>
            <a:r>
              <a:rPr lang="en-US" altLang="en-US" dirty="0"/>
              <a:t> for </a:t>
            </a:r>
            <a:r>
              <a:rPr lang="en-US" altLang="en-US" u="sng" dirty="0">
                <a:solidFill>
                  <a:schemeClr val="tx2"/>
                </a:solidFill>
              </a:rPr>
              <a:t>arming</a:t>
            </a:r>
            <a:r>
              <a:rPr lang="en-US" altLang="en-US" dirty="0"/>
              <a:t> and </a:t>
            </a:r>
            <a:r>
              <a:rPr lang="en-US" altLang="en-US" u="sng" dirty="0">
                <a:solidFill>
                  <a:schemeClr val="tx2"/>
                </a:solidFill>
              </a:rPr>
              <a:t>disarming</a:t>
            </a:r>
            <a:r>
              <a:rPr lang="en-US" altLang="en-US" dirty="0"/>
              <a:t> the system, and </a:t>
            </a:r>
            <a:r>
              <a:rPr lang="en-US" altLang="en-US" dirty="0">
                <a:solidFill>
                  <a:schemeClr val="tx2"/>
                </a:solidFill>
              </a:rPr>
              <a:t>telephone number(s)</a:t>
            </a:r>
            <a:r>
              <a:rPr lang="en-US" altLang="en-US" dirty="0"/>
              <a:t> are </a:t>
            </a:r>
            <a:r>
              <a:rPr lang="en-US" altLang="en-US" u="sng" dirty="0">
                <a:solidFill>
                  <a:schemeClr val="tx2"/>
                </a:solidFill>
              </a:rPr>
              <a:t>input</a:t>
            </a:r>
            <a:r>
              <a:rPr lang="en-US" altLang="en-US" dirty="0"/>
              <a:t> for dialing when a </a:t>
            </a:r>
            <a:r>
              <a:rPr lang="en-US" altLang="en-US" dirty="0">
                <a:solidFill>
                  <a:schemeClr val="tx2"/>
                </a:solidFill>
              </a:rPr>
              <a:t>sensor event</a:t>
            </a:r>
            <a:r>
              <a:rPr lang="en-US" altLang="en-US" dirty="0"/>
              <a:t> occurs.</a:t>
            </a:r>
          </a:p>
          <a:p>
            <a:pPr algn="just">
              <a:lnSpc>
                <a:spcPct val="80000"/>
              </a:lnSpc>
              <a:spcAft>
                <a:spcPts val="600"/>
              </a:spcAft>
            </a:pPr>
            <a:r>
              <a:rPr lang="en-US" altLang="en-US" dirty="0"/>
              <a:t>When a sensor event is </a:t>
            </a:r>
            <a:r>
              <a:rPr lang="en-US" altLang="en-US" u="sng" dirty="0">
                <a:solidFill>
                  <a:schemeClr val="tx2"/>
                </a:solidFill>
              </a:rPr>
              <a:t>recognized</a:t>
            </a:r>
            <a:r>
              <a:rPr lang="en-US" altLang="en-US" dirty="0"/>
              <a:t>, the software </a:t>
            </a:r>
            <a:r>
              <a:rPr lang="en-US" altLang="en-US" u="sng" dirty="0">
                <a:solidFill>
                  <a:schemeClr val="tx2"/>
                </a:solidFill>
              </a:rPr>
              <a:t>invokes</a:t>
            </a:r>
            <a:r>
              <a:rPr lang="en-US" altLang="en-US" dirty="0"/>
              <a:t> an audible </a:t>
            </a:r>
            <a:r>
              <a:rPr lang="en-US" altLang="en-US" dirty="0">
                <a:solidFill>
                  <a:schemeClr val="tx2"/>
                </a:solidFill>
              </a:rPr>
              <a:t>alarm</a:t>
            </a:r>
            <a:r>
              <a:rPr lang="en-US" altLang="en-US" dirty="0"/>
              <a:t> attached to the system. After a </a:t>
            </a:r>
            <a:r>
              <a:rPr lang="en-US" altLang="en-US" dirty="0">
                <a:solidFill>
                  <a:schemeClr val="tx2"/>
                </a:solidFill>
              </a:rPr>
              <a:t>delay time</a:t>
            </a:r>
            <a:r>
              <a:rPr lang="en-US" altLang="en-US" dirty="0"/>
              <a:t> that is </a:t>
            </a:r>
            <a:r>
              <a:rPr lang="en-US" altLang="en-US" u="sng" dirty="0">
                <a:solidFill>
                  <a:schemeClr val="tx2"/>
                </a:solidFill>
              </a:rPr>
              <a:t>specified</a:t>
            </a:r>
            <a:r>
              <a:rPr lang="en-US" altLang="en-US" dirty="0"/>
              <a:t> by the homeowner during system configuration activities, the software </a:t>
            </a:r>
            <a:r>
              <a:rPr lang="en-US" altLang="en-US" i="1" dirty="0"/>
              <a:t>dials</a:t>
            </a:r>
            <a:r>
              <a:rPr lang="en-US" altLang="en-US" dirty="0"/>
              <a:t> a telephone number of a </a:t>
            </a:r>
            <a:r>
              <a:rPr lang="en-US" altLang="en-US" dirty="0">
                <a:solidFill>
                  <a:schemeClr val="tx2"/>
                </a:solidFill>
              </a:rPr>
              <a:t>monitoring service</a:t>
            </a:r>
            <a:r>
              <a:rPr lang="en-US" altLang="en-US" dirty="0"/>
              <a:t>, </a:t>
            </a:r>
            <a:r>
              <a:rPr lang="en-US" altLang="en-US" u="sng" dirty="0">
                <a:solidFill>
                  <a:schemeClr val="tx2"/>
                </a:solidFill>
              </a:rPr>
              <a:t>provides</a:t>
            </a:r>
            <a:r>
              <a:rPr lang="en-US" altLang="en-US" dirty="0"/>
              <a:t> information about the </a:t>
            </a:r>
            <a:r>
              <a:rPr lang="en-US" altLang="en-US" dirty="0">
                <a:solidFill>
                  <a:schemeClr val="tx2"/>
                </a:solidFill>
              </a:rPr>
              <a:t>location</a:t>
            </a:r>
            <a:r>
              <a:rPr lang="en-US" altLang="en-US" dirty="0"/>
              <a:t>, </a:t>
            </a:r>
            <a:r>
              <a:rPr lang="en-US" altLang="en-US" u="sng" dirty="0">
                <a:solidFill>
                  <a:schemeClr val="tx2"/>
                </a:solidFill>
              </a:rPr>
              <a:t>reporting</a:t>
            </a:r>
            <a:r>
              <a:rPr lang="en-US" altLang="en-US" dirty="0"/>
              <a:t> the nature of the event that has been </a:t>
            </a:r>
            <a:r>
              <a:rPr lang="en-US" altLang="en-US" u="sng" dirty="0">
                <a:solidFill>
                  <a:schemeClr val="tx2"/>
                </a:solidFill>
              </a:rPr>
              <a:t>detected</a:t>
            </a:r>
            <a:r>
              <a:rPr lang="en-US" altLang="en-US" dirty="0"/>
              <a:t>. The telephone number will be </a:t>
            </a:r>
            <a:r>
              <a:rPr lang="en-US" altLang="en-US" u="sng" dirty="0">
                <a:solidFill>
                  <a:schemeClr val="tx2"/>
                </a:solidFill>
              </a:rPr>
              <a:t>redialed</a:t>
            </a:r>
            <a:r>
              <a:rPr lang="en-US" altLang="en-US" dirty="0"/>
              <a:t> every 20 seconds until a </a:t>
            </a:r>
            <a:r>
              <a:rPr lang="en-US" altLang="en-US" dirty="0">
                <a:solidFill>
                  <a:schemeClr val="tx2"/>
                </a:solidFill>
              </a:rPr>
              <a:t>telephone connection</a:t>
            </a:r>
            <a:r>
              <a:rPr lang="en-US" altLang="en-US" dirty="0"/>
              <a:t> is </a:t>
            </a:r>
            <a:r>
              <a:rPr lang="en-US" altLang="en-US" u="sng" dirty="0">
                <a:solidFill>
                  <a:schemeClr val="tx2"/>
                </a:solidFill>
              </a:rPr>
              <a:t>obtained</a:t>
            </a:r>
            <a:r>
              <a:rPr lang="en-US" altLang="en-US" dirty="0"/>
              <a:t>.</a:t>
            </a:r>
          </a:p>
          <a:p>
            <a:pPr algn="just">
              <a:lnSpc>
                <a:spcPct val="80000"/>
              </a:lnSpc>
              <a:spcAft>
                <a:spcPts val="600"/>
              </a:spcAft>
            </a:pPr>
            <a:r>
              <a:rPr lang="en-US" altLang="en-US" dirty="0"/>
              <a:t>The homeowner </a:t>
            </a:r>
            <a:r>
              <a:rPr lang="en-US" altLang="en-US" u="sng" dirty="0">
                <a:solidFill>
                  <a:schemeClr val="tx2"/>
                </a:solidFill>
              </a:rPr>
              <a:t>receives</a:t>
            </a:r>
            <a:r>
              <a:rPr lang="en-US" altLang="en-US" dirty="0"/>
              <a:t> </a:t>
            </a:r>
            <a:r>
              <a:rPr lang="en-US" altLang="en-US" dirty="0">
                <a:solidFill>
                  <a:schemeClr val="tx2"/>
                </a:solidFill>
              </a:rPr>
              <a:t>security information</a:t>
            </a:r>
            <a:r>
              <a:rPr lang="en-US" altLang="en-US" dirty="0"/>
              <a:t> via a control panel, the PC, or a browser, collectively called an </a:t>
            </a:r>
            <a:r>
              <a:rPr lang="en-US" altLang="en-US" dirty="0">
                <a:solidFill>
                  <a:schemeClr val="tx2"/>
                </a:solidFill>
              </a:rPr>
              <a:t>interface</a:t>
            </a:r>
            <a:r>
              <a:rPr lang="en-US" altLang="en-US" dirty="0"/>
              <a:t>. The interface </a:t>
            </a:r>
            <a:r>
              <a:rPr lang="en-US" altLang="en-US" u="sng" dirty="0">
                <a:solidFill>
                  <a:schemeClr val="tx2"/>
                </a:solidFill>
              </a:rPr>
              <a:t>displays</a:t>
            </a:r>
            <a:r>
              <a:rPr lang="en-US" altLang="en-US" dirty="0"/>
              <a:t> prompting </a:t>
            </a:r>
            <a:r>
              <a:rPr lang="en-US" altLang="en-US" dirty="0">
                <a:solidFill>
                  <a:schemeClr val="tx2"/>
                </a:solidFill>
              </a:rPr>
              <a:t>messages</a:t>
            </a:r>
            <a:r>
              <a:rPr lang="en-US" altLang="en-US" dirty="0"/>
              <a:t> and system </a:t>
            </a:r>
            <a:r>
              <a:rPr lang="en-US" altLang="en-US" dirty="0">
                <a:solidFill>
                  <a:schemeClr val="tx2"/>
                </a:solidFill>
              </a:rPr>
              <a:t>status information</a:t>
            </a:r>
            <a:r>
              <a:rPr lang="en-US" altLang="en-US" dirty="0"/>
              <a:t> on the control panel, the PC, or the browser window. Homeowner interaction takes the following form…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DFD_Level_1">
            <a:extLst>
              <a:ext uri="{FF2B5EF4-FFF2-40B4-BE49-F238E27FC236}">
                <a16:creationId xmlns:a16="http://schemas.microsoft.com/office/drawing/2014/main" id="{117D190C-DBD4-2D8B-2A6F-19D5E69C13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52400"/>
            <a:ext cx="8382000" cy="5950226"/>
          </a:xfrm>
          <a:prstGeom prst="rect">
            <a:avLst/>
          </a:prstGeom>
          <a:noFill/>
          <a:ln w="12700">
            <a:solidFill>
              <a:srgbClr val="000000"/>
            </a:solidFill>
            <a:miter lim="800000"/>
            <a:headEnd/>
            <a:tailEnd/>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DFD_Level_2">
            <a:extLst>
              <a:ext uri="{FF2B5EF4-FFF2-40B4-BE49-F238E27FC236}">
                <a16:creationId xmlns:a16="http://schemas.microsoft.com/office/drawing/2014/main" id="{0ADF78C5-940C-B2E2-42DA-83CD059D09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5" y="304800"/>
            <a:ext cx="8686800" cy="5557838"/>
          </a:xfrm>
          <a:prstGeom prst="rect">
            <a:avLst/>
          </a:prstGeom>
          <a:noFill/>
          <a:ln w="12700">
            <a:solidFill>
              <a:srgbClr val="000000"/>
            </a:solidFill>
            <a:miter lim="800000"/>
            <a:headEnd/>
            <a:tailEnd/>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51203" name="Rectangle 3">
            <a:extLst>
              <a:ext uri="{FF2B5EF4-FFF2-40B4-BE49-F238E27FC236}">
                <a16:creationId xmlns:a16="http://schemas.microsoft.com/office/drawing/2014/main" id="{16E95456-9C26-F3EA-5C81-562AAAADD7FC}"/>
              </a:ext>
            </a:extLst>
          </p:cNvPr>
          <p:cNvSpPr>
            <a:spLocks noChangeArrowheads="1"/>
          </p:cNvSpPr>
          <p:nvPr/>
        </p:nvSpPr>
        <p:spPr bwMode="blackWhite">
          <a:xfrm>
            <a:off x="2163762" y="5862638"/>
            <a:ext cx="7858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solidFill>
                  <a:schemeClr val="tx2"/>
                </a:solidFill>
              </a:rPr>
              <a:t>Level 2 DFD that refines the monitor sensors process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B8CF7736-4311-D50E-95BF-5CD938A61CCB}"/>
              </a:ext>
            </a:extLst>
          </p:cNvPr>
          <p:cNvSpPr>
            <a:spLocks noGrp="1" noChangeArrowheads="1"/>
          </p:cNvSpPr>
          <p:nvPr>
            <p:ph type="title"/>
          </p:nvPr>
        </p:nvSpPr>
        <p:spPr>
          <a:xfrm>
            <a:off x="888558" y="-170597"/>
            <a:ext cx="10058400" cy="1450757"/>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en-US" dirty="0"/>
              <a:t>DFD – Example (Home Task)</a:t>
            </a:r>
          </a:p>
        </p:txBody>
      </p:sp>
      <p:sp>
        <p:nvSpPr>
          <p:cNvPr id="44034" name="Rectangle 3">
            <a:extLst>
              <a:ext uri="{FF2B5EF4-FFF2-40B4-BE49-F238E27FC236}">
                <a16:creationId xmlns:a16="http://schemas.microsoft.com/office/drawing/2014/main" id="{C2C54303-52EF-D330-46E4-6DDD1731F19C}"/>
              </a:ext>
            </a:extLst>
          </p:cNvPr>
          <p:cNvSpPr>
            <a:spLocks noGrp="1" noChangeArrowheads="1"/>
          </p:cNvSpPr>
          <p:nvPr>
            <p:ph idx="1"/>
          </p:nvPr>
        </p:nvSpPr>
        <p:spPr>
          <a:xfrm>
            <a:off x="1097279" y="1954696"/>
            <a:ext cx="10058399" cy="5338763"/>
          </a:xfrm>
        </p:spPr>
        <p:txBody>
          <a:bodyPr/>
          <a:lstStyle/>
          <a:p>
            <a:pPr algn="just">
              <a:buSzPts val="1100"/>
              <a:buFont typeface="Times New Roman" panose="02020603050405020304" pitchFamily="18" charset="0"/>
              <a:buAutoNum type="arabicPeriod"/>
              <a:tabLst>
                <a:tab pos="720725" algn="l"/>
              </a:tabLst>
            </a:pPr>
            <a:r>
              <a:rPr lang="en-US" altLang="en-PK" sz="1800" dirty="0">
                <a:latin typeface="Times New Roman" panose="02020603050405020304" pitchFamily="18" charset="0"/>
                <a:cs typeface="Times New Roman" panose="02020603050405020304" pitchFamily="18" charset="0"/>
              </a:rPr>
              <a:t>Place Requests for CDs</a:t>
            </a:r>
            <a:endParaRPr lang="en-AU" altLang="en-PK" sz="1800" dirty="0">
              <a:latin typeface="Times New Roman" panose="02020603050405020304" pitchFamily="18" charset="0"/>
              <a:cs typeface="Times New Roman" panose="02020603050405020304" pitchFamily="18" charset="0"/>
            </a:endParaRPr>
          </a:p>
          <a:p>
            <a:pPr lvl="1" algn="just">
              <a:lnSpc>
                <a:spcPct val="102000"/>
              </a:lnSpc>
              <a:spcBef>
                <a:spcPts val="25"/>
              </a:spcBef>
              <a:buSzPts val="1100"/>
              <a:buFont typeface="Times New Roman" panose="02020603050405020304" pitchFamily="18" charset="0"/>
              <a:buAutoNum type="arabicPeriod"/>
              <a:tabLst>
                <a:tab pos="720725" algn="l"/>
              </a:tabLst>
            </a:pPr>
            <a:r>
              <a:rPr lang="en-US" altLang="en-PK" dirty="0">
                <a:latin typeface="Times New Roman" panose="02020603050405020304" pitchFamily="18" charset="0"/>
                <a:cs typeface="Times New Roman" panose="02020603050405020304" pitchFamily="18" charset="0"/>
              </a:rPr>
              <a:t>Customers will access the Internet system to look for CDs of interest. Some customers will search for special CDs or CDs by specific artists, while other customers want to browse for interesting CDs in certain categories (e.g. rock, jazz, classical).</a:t>
            </a:r>
            <a:endParaRPr lang="en-AU" altLang="en-PK" dirty="0">
              <a:latin typeface="Times New Roman" panose="02020603050405020304" pitchFamily="18" charset="0"/>
              <a:cs typeface="Times New Roman" panose="02020603050405020304" pitchFamily="18" charset="0"/>
            </a:endParaRPr>
          </a:p>
          <a:p>
            <a:pPr lvl="1" algn="just">
              <a:lnSpc>
                <a:spcPct val="101000"/>
              </a:lnSpc>
              <a:buSzPts val="1100"/>
              <a:buFont typeface="Times New Roman" panose="02020603050405020304" pitchFamily="18" charset="0"/>
              <a:buAutoNum type="arabicPeriod"/>
              <a:tabLst>
                <a:tab pos="720725" algn="l"/>
              </a:tabLst>
            </a:pPr>
            <a:r>
              <a:rPr lang="en-US" altLang="en-PK" dirty="0">
                <a:latin typeface="Times New Roman" panose="02020603050405020304" pitchFamily="18" charset="0"/>
                <a:cs typeface="Times New Roman" panose="02020603050405020304" pitchFamily="18" charset="0"/>
              </a:rPr>
              <a:t>When the customer has found a CD he or she wants, the customer will check to see which store(s) have the CD in stock. They will use zip code to find stores close to their location.</a:t>
            </a:r>
            <a:endParaRPr lang="en-AU" altLang="en-PK" dirty="0">
              <a:latin typeface="Times New Roman" panose="02020603050405020304" pitchFamily="18" charset="0"/>
              <a:cs typeface="Times New Roman" panose="02020603050405020304" pitchFamily="18" charset="0"/>
            </a:endParaRPr>
          </a:p>
          <a:p>
            <a:pPr lvl="1" algn="just">
              <a:lnSpc>
                <a:spcPct val="101000"/>
              </a:lnSpc>
              <a:spcBef>
                <a:spcPts val="13"/>
              </a:spcBef>
              <a:buSzPts val="1100"/>
              <a:buFont typeface="Times New Roman" panose="02020603050405020304" pitchFamily="18" charset="0"/>
              <a:buAutoNum type="arabicPeriod"/>
              <a:tabLst>
                <a:tab pos="720725" algn="l"/>
              </a:tabLst>
            </a:pPr>
            <a:r>
              <a:rPr lang="en-US" altLang="en-PK" dirty="0">
                <a:latin typeface="Times New Roman" panose="02020603050405020304" pitchFamily="18" charset="0"/>
                <a:cs typeface="Times New Roman" panose="02020603050405020304" pitchFamily="18" charset="0"/>
              </a:rPr>
              <a:t>Customers can immediately place a hold on any CD in stock at any of the stores and then come into the store and pick it up (see requirement 3 below).</a:t>
            </a:r>
            <a:endParaRPr lang="en-AU" altLang="en-PK" dirty="0">
              <a:latin typeface="Times New Roman" panose="02020603050405020304" pitchFamily="18" charset="0"/>
              <a:cs typeface="Times New Roman" panose="02020603050405020304" pitchFamily="18" charset="0"/>
            </a:endParaRPr>
          </a:p>
          <a:p>
            <a:pPr lvl="1" algn="just">
              <a:lnSpc>
                <a:spcPct val="102000"/>
              </a:lnSpc>
              <a:spcBef>
                <a:spcPts val="13"/>
              </a:spcBef>
              <a:buSzPts val="1100"/>
              <a:buFont typeface="Times New Roman" panose="02020603050405020304" pitchFamily="18" charset="0"/>
              <a:buAutoNum type="arabicPeriod"/>
              <a:tabLst>
                <a:tab pos="720725" algn="l"/>
              </a:tabLst>
            </a:pPr>
            <a:r>
              <a:rPr lang="en-US" altLang="en-PK" dirty="0">
                <a:latin typeface="Times New Roman" panose="02020603050405020304" pitchFamily="18" charset="0"/>
                <a:cs typeface="Times New Roman" panose="02020603050405020304" pitchFamily="18" charset="0"/>
              </a:rPr>
              <a:t>If the CD is not available in the customer’s preferred store, the customer can request that the CD be special ordered to that store for later pickup. The customer will be notified by e-mail when the requested CD arrives at requested store; the CD will be placed on hold (which will expire after 7 days). This process will work similarly to the current special order system.</a:t>
            </a:r>
            <a:endParaRPr lang="en-AU" altLang="en-PK" dirty="0">
              <a:latin typeface="Times New Roman" panose="02020603050405020304" pitchFamily="18" charset="0"/>
              <a:cs typeface="Times New Roman" panose="02020603050405020304" pitchFamily="18" charset="0"/>
            </a:endParaRPr>
          </a:p>
          <a:p>
            <a:pPr>
              <a:spcBef>
                <a:spcPts val="13"/>
              </a:spcBef>
              <a:buNone/>
              <a:tabLst>
                <a:tab pos="720725" algn="l"/>
              </a:tabLst>
            </a:pPr>
            <a:endParaRPr lang="en-US" altLang="en-PK" sz="2400" dirty="0"/>
          </a:p>
          <a:p>
            <a:pPr>
              <a:tabLst>
                <a:tab pos="720725" algn="l"/>
              </a:tabLst>
            </a:pPr>
            <a:endParaRPr lang="en-US" altLang="en-PK" sz="2400" dirty="0"/>
          </a:p>
        </p:txBody>
      </p:sp>
      <p:sp>
        <p:nvSpPr>
          <p:cNvPr id="44035" name="Slide Number Placeholder 1">
            <a:extLst>
              <a:ext uri="{FF2B5EF4-FFF2-40B4-BE49-F238E27FC236}">
                <a16:creationId xmlns:a16="http://schemas.microsoft.com/office/drawing/2014/main" id="{4C4F463D-7258-3294-CC76-D4D8F59DAC2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5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9pPr>
          </a:lstStyle>
          <a:p>
            <a:pPr>
              <a:buFontTx/>
              <a:buNone/>
            </a:pPr>
            <a:fld id="{C92DE28D-8ABE-46CA-9B3D-3A53D3D6896C}" type="slidenum">
              <a:rPr lang="en-AU" altLang="en-US" sz="1200"/>
              <a:pPr>
                <a:buFontTx/>
                <a:buNone/>
              </a:pPr>
              <a:t>30</a:t>
            </a:fld>
            <a:endParaRPr lang="en-AU" alt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7021C114-1D02-55B4-8591-82F7560E6730}"/>
              </a:ext>
            </a:extLst>
          </p:cNvPr>
          <p:cNvSpPr>
            <a:spLocks noGrp="1" noChangeArrowheads="1"/>
          </p:cNvSpPr>
          <p:nvPr>
            <p:ph type="title"/>
          </p:nvPr>
        </p:nvSpPr>
        <p:spPr>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en-US"/>
              <a:t>DFD – Example (Home Task)</a:t>
            </a:r>
          </a:p>
        </p:txBody>
      </p:sp>
      <p:sp>
        <p:nvSpPr>
          <p:cNvPr id="46082" name="Rectangle 3">
            <a:extLst>
              <a:ext uri="{FF2B5EF4-FFF2-40B4-BE49-F238E27FC236}">
                <a16:creationId xmlns:a16="http://schemas.microsoft.com/office/drawing/2014/main" id="{47B2CF26-E350-3515-8B85-9B613A5D862D}"/>
              </a:ext>
            </a:extLst>
          </p:cNvPr>
          <p:cNvSpPr>
            <a:spLocks noGrp="1" noChangeArrowheads="1"/>
          </p:cNvSpPr>
          <p:nvPr>
            <p:ph idx="1"/>
          </p:nvPr>
        </p:nvSpPr>
        <p:spPr>
          <a:xfrm>
            <a:off x="1036320" y="1987826"/>
            <a:ext cx="10324106" cy="4798738"/>
          </a:xfrm>
        </p:spPr>
        <p:txBody>
          <a:bodyPr/>
          <a:lstStyle/>
          <a:p>
            <a:pPr algn="just">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CD Marketing</a:t>
            </a:r>
            <a:endParaRPr lang="en-AU" altLang="en-PK" sz="1400" dirty="0">
              <a:latin typeface="Times New Roman" panose="02020603050405020304" pitchFamily="18" charset="0"/>
              <a:cs typeface="Times New Roman" panose="02020603050405020304" pitchFamily="18" charset="0"/>
            </a:endParaRPr>
          </a:p>
          <a:p>
            <a:pPr lvl="1" algn="just">
              <a:lnSpc>
                <a:spcPct val="102000"/>
              </a:lnSpc>
              <a:spcBef>
                <a:spcPts val="25"/>
              </a:spcBef>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The Internet system provides an additional opportunity to market CDs to current and new customers. The system will provide a database of marketing materials about selected CDs that will help Web users learn more about them (e.g., music reviews, links to Web sites, artist information, and sample sound clips). When information about a CD that has additional marketing information is displayed, a link will be provided to the additional information.</a:t>
            </a:r>
            <a:endParaRPr lang="en-AU" altLang="en-PK" sz="1400" dirty="0">
              <a:latin typeface="Times New Roman" panose="02020603050405020304" pitchFamily="18" charset="0"/>
              <a:cs typeface="Times New Roman" panose="02020603050405020304" pitchFamily="18" charset="0"/>
            </a:endParaRPr>
          </a:p>
          <a:p>
            <a:pPr lvl="1" algn="just">
              <a:lnSpc>
                <a:spcPct val="102000"/>
              </a:lnSpc>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Marketing materials will be supplied primarily by vendors and record labels so that we can better promote their CDs. The Marketing Department will determine what marketing materials will be placed in the system and will be responsible for adding, changing and deleting the materials.</a:t>
            </a:r>
            <a:endParaRPr lang="en-AU" altLang="en-PK" sz="1400" dirty="0">
              <a:latin typeface="Times New Roman" panose="02020603050405020304" pitchFamily="18" charset="0"/>
              <a:cs typeface="Times New Roman" panose="02020603050405020304" pitchFamily="18" charset="0"/>
            </a:endParaRPr>
          </a:p>
          <a:p>
            <a:pPr>
              <a:spcBef>
                <a:spcPts val="50"/>
              </a:spcBef>
              <a:tabLst>
                <a:tab pos="720725" algn="l"/>
              </a:tabLst>
            </a:pPr>
            <a:r>
              <a:rPr lang="en-US" altLang="en-PK" sz="1400" dirty="0">
                <a:latin typeface="Times New Roman" panose="02020603050405020304" pitchFamily="18" charset="0"/>
                <a:cs typeface="Times New Roman" panose="02020603050405020304" pitchFamily="18" charset="0"/>
              </a:rPr>
              <a:t> </a:t>
            </a:r>
            <a:endParaRPr lang="en-AU" altLang="en-PK" sz="1400" dirty="0">
              <a:latin typeface="Times New Roman" panose="02020603050405020304" pitchFamily="18" charset="0"/>
              <a:cs typeface="Times New Roman" panose="02020603050405020304" pitchFamily="18" charset="0"/>
            </a:endParaRPr>
          </a:p>
          <a:p>
            <a:pPr algn="just">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Process In-store Holds</a:t>
            </a:r>
            <a:endParaRPr lang="en-AU" altLang="en-PK" sz="1400" dirty="0">
              <a:latin typeface="Times New Roman" panose="02020603050405020304" pitchFamily="18" charset="0"/>
              <a:cs typeface="Times New Roman" panose="02020603050405020304" pitchFamily="18" charset="0"/>
            </a:endParaRPr>
          </a:p>
          <a:p>
            <a:pPr lvl="1" algn="just">
              <a:lnSpc>
                <a:spcPct val="101000"/>
              </a:lnSpc>
              <a:spcBef>
                <a:spcPts val="25"/>
              </a:spcBef>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When a CD is available in a store, the system will send a hold request to the in- store system at the selected store.</a:t>
            </a:r>
            <a:endParaRPr lang="en-AU" altLang="en-PK" sz="1400" dirty="0">
              <a:latin typeface="Times New Roman" panose="02020603050405020304" pitchFamily="18" charset="0"/>
              <a:cs typeface="Times New Roman" panose="02020603050405020304" pitchFamily="18" charset="0"/>
            </a:endParaRPr>
          </a:p>
          <a:p>
            <a:pPr lvl="1" algn="just">
              <a:lnSpc>
                <a:spcPct val="101000"/>
              </a:lnSpc>
              <a:spcBef>
                <a:spcPts val="25"/>
              </a:spcBef>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The in-store system will alter the store staff (through an audible alarm and a pop- up message).</a:t>
            </a:r>
            <a:endParaRPr lang="en-AU" altLang="en-PK" sz="1400" dirty="0">
              <a:latin typeface="Times New Roman" panose="02020603050405020304" pitchFamily="18" charset="0"/>
              <a:cs typeface="Times New Roman" panose="02020603050405020304" pitchFamily="18" charset="0"/>
            </a:endParaRPr>
          </a:p>
          <a:p>
            <a:pPr lvl="1" algn="just">
              <a:lnSpc>
                <a:spcPct val="101000"/>
              </a:lnSpc>
              <a:spcBef>
                <a:spcPts val="13"/>
              </a:spcBef>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Staff will print a label for the requested CD(s), pull them from the shelves, attach the label, and place them on the special order shelf. Just like the special orders, the hold items will be held for 7 days.</a:t>
            </a:r>
            <a:endParaRPr lang="en-AU" altLang="en-PK" sz="1400" dirty="0">
              <a:latin typeface="Times New Roman" panose="02020603050405020304" pitchFamily="18" charset="0"/>
              <a:cs typeface="Times New Roman" panose="02020603050405020304" pitchFamily="18" charset="0"/>
            </a:endParaRPr>
          </a:p>
          <a:p>
            <a:pPr lvl="1" algn="just">
              <a:lnSpc>
                <a:spcPct val="102000"/>
              </a:lnSpc>
              <a:spcBef>
                <a:spcPts val="25"/>
              </a:spcBef>
              <a:buSzPts val="1100"/>
              <a:buFont typeface="Times New Roman" panose="02020603050405020304" pitchFamily="18" charset="0"/>
              <a:buAutoNum type="arabicPeriod"/>
              <a:tabLst>
                <a:tab pos="720725" algn="l"/>
              </a:tabLst>
            </a:pPr>
            <a:r>
              <a:rPr lang="en-US" altLang="en-PK" sz="1400" dirty="0">
                <a:latin typeface="Times New Roman" panose="02020603050405020304" pitchFamily="18" charset="0"/>
                <a:cs typeface="Times New Roman" panose="02020603050405020304" pitchFamily="18" charset="0"/>
              </a:rPr>
              <a:t>Once the hold has been placed on the shelf, the staff will enter a hold confirmation, and the system will do an inventory adjustment to the main inventory database so that no other holds are accepted for the item.</a:t>
            </a:r>
            <a:endParaRPr lang="en-AU" altLang="en-PK" sz="1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tabLst>
                <a:tab pos="720725" algn="l"/>
              </a:tabLst>
            </a:pPr>
            <a:endParaRPr lang="en-US" altLang="en-PK" sz="2400" dirty="0"/>
          </a:p>
          <a:p>
            <a:pPr>
              <a:tabLst>
                <a:tab pos="720725" algn="l"/>
              </a:tabLst>
            </a:pPr>
            <a:endParaRPr lang="en-US" altLang="en-PK" sz="2400" dirty="0"/>
          </a:p>
        </p:txBody>
      </p:sp>
      <p:sp>
        <p:nvSpPr>
          <p:cNvPr id="46083" name="Slide Number Placeholder 1">
            <a:extLst>
              <a:ext uri="{FF2B5EF4-FFF2-40B4-BE49-F238E27FC236}">
                <a16:creationId xmlns:a16="http://schemas.microsoft.com/office/drawing/2014/main" id="{103A9FF9-6FE5-AD2A-B889-68368120B10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5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Wingdings" panose="05000000000000000000" pitchFamily="2" charset="2"/>
              <a:buChar char="§"/>
              <a:defRPr sz="1500">
                <a:solidFill>
                  <a:schemeClr val="tx1"/>
                </a:solidFill>
                <a:latin typeface="Arial" panose="020B0604020202020204" pitchFamily="34" charset="0"/>
                <a:ea typeface="ＭＳ Ｐゴシック" panose="020B0600070205080204" pitchFamily="34" charset="-128"/>
              </a:defRPr>
            </a:lvl9pPr>
          </a:lstStyle>
          <a:p>
            <a:pPr>
              <a:buFontTx/>
              <a:buNone/>
            </a:pPr>
            <a:fld id="{9CCCD32A-9C70-4165-AB2B-51C9F024521F}" type="slidenum">
              <a:rPr lang="en-AU" altLang="en-US" sz="1200"/>
              <a:pPr>
                <a:buFontTx/>
                <a:buNone/>
              </a:pPr>
              <a:t>31</a:t>
            </a:fld>
            <a:endParaRPr lang="en-AU" altLang="en-US" sz="1200"/>
          </a:p>
        </p:txBody>
      </p:sp>
    </p:spTree>
  </p:cSld>
  <p:clrMapOvr>
    <a:masterClrMapping/>
  </p:clrMapOvr>
</p:sld>
</file>

<file path=ppt/theme/theme1.xml><?xml version="1.0" encoding="utf-8"?>
<a:theme xmlns:a="http://schemas.openxmlformats.org/drawingml/2006/main" name="Retrospect">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solidFill>
          <a:srgbClr val="00AF50"/>
        </a:solidFill>
      </a:spPr>
      <a:bodyPr wrap="square" lIns="0" tIns="0" rIns="0" bIns="0" rtlCol="0"/>
      <a:lstStyle>
        <a:defPPr algn="l">
          <a:defRPr/>
        </a:defPPr>
      </a:lstStyle>
    </a:spDef>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2142</TotalTime>
  <Words>1945</Words>
  <Application>Microsoft Office PowerPoint</Application>
  <PresentationFormat>Widescreen</PresentationFormat>
  <Paragraphs>193</Paragraphs>
  <Slides>31</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Ravie</vt:lpstr>
      <vt:lpstr>Times New Roman</vt:lpstr>
      <vt:lpstr>Wingdings</vt:lpstr>
      <vt:lpstr>Retrospect</vt:lpstr>
      <vt:lpstr>Software Design &amp; Analysis</vt:lpstr>
      <vt:lpstr>Data Flow Model</vt:lpstr>
      <vt:lpstr>DFD Symbols</vt:lpstr>
      <vt:lpstr>Process</vt:lpstr>
      <vt:lpstr>Data Flow</vt:lpstr>
      <vt:lpstr>Data Store</vt:lpstr>
      <vt:lpstr>External Entity aka Source/Sink</vt:lpstr>
      <vt:lpstr>General DFD Rules</vt:lpstr>
      <vt:lpstr>Illegal Data Flows</vt:lpstr>
      <vt:lpstr>Illegal Data Flows</vt:lpstr>
      <vt:lpstr>Illegal Data Flows</vt:lpstr>
      <vt:lpstr>PowerPoint Presentation</vt:lpstr>
      <vt:lpstr>The Levels</vt:lpstr>
      <vt:lpstr>Rules</vt:lpstr>
      <vt:lpstr>Level 0 - Context Diagram</vt:lpstr>
      <vt:lpstr>Level 1 - overview diagram</vt:lpstr>
      <vt:lpstr>Level 2 - detailed diagram</vt:lpstr>
      <vt:lpstr>Numbering</vt:lpstr>
      <vt:lpstr>Labelling</vt:lpstr>
      <vt:lpstr>Patient Monitoring System</vt:lpstr>
      <vt:lpstr>Patient Monitoring System – Level 1 DFD</vt:lpstr>
      <vt:lpstr>Patient Monitoring System – Level 2 DFD</vt:lpstr>
      <vt:lpstr>Identifying operations</vt:lpstr>
      <vt:lpstr>Context Diagram</vt:lpstr>
      <vt:lpstr>Data Flow Diagram</vt:lpstr>
      <vt:lpstr>Identifying operations</vt:lpstr>
      <vt:lpstr>Verbs from the description</vt:lpstr>
      <vt:lpstr>PowerPoint Presentation</vt:lpstr>
      <vt:lpstr>PowerPoint Presentation</vt:lpstr>
      <vt:lpstr>DFD – Example (Home Task)</vt:lpstr>
      <vt:lpstr>DFD – Example (Home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Ms.Tehreem Aslam</cp:lastModifiedBy>
  <cp:revision>17</cp:revision>
  <dcterms:created xsi:type="dcterms:W3CDTF">2018-04-05T17:21:36Z</dcterms:created>
  <dcterms:modified xsi:type="dcterms:W3CDTF">2024-11-12T04:11:53Z</dcterms:modified>
</cp:coreProperties>
</file>